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6"/>
  </p:notesMasterIdLst>
  <p:handoutMasterIdLst>
    <p:handoutMasterId r:id="rId7"/>
  </p:handoutMasterIdLst>
  <p:sldIdLst>
    <p:sldId id="283" r:id="rId2"/>
    <p:sldId id="308" r:id="rId3"/>
    <p:sldId id="307" r:id="rId4"/>
    <p:sldId id="280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E8D0D622-F6C6-F44A-B365-B4A5FF6195C2}">
          <p14:sldIdLst>
            <p14:sldId id="283"/>
          </p14:sldIdLst>
        </p14:section>
        <p14:section name="Contents" id="{9D221634-295C-7843-AF5C-A0CB4F229241}">
          <p14:sldIdLst>
            <p14:sldId id="308"/>
          </p14:sldIdLst>
        </p14:section>
        <p14:section name="Main Content" id="{8B329A26-90A3-4BA4-87BF-D0343B7D7105}">
          <p14:sldIdLst>
            <p14:sldId id="307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115" d="100"/>
          <a:sy n="115" d="100"/>
        </p:scale>
        <p:origin x="60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C761824-8A86-4A53-A948-DA278761AEA1}"/>
              </a:ext>
            </a:extLst>
          </p:cNvPr>
          <p:cNvGrpSpPr/>
          <p:nvPr userDrawn="1"/>
        </p:nvGrpSpPr>
        <p:grpSpPr>
          <a:xfrm>
            <a:off x="492792" y="913343"/>
            <a:ext cx="10216988" cy="5927174"/>
            <a:chOff x="0" y="705853"/>
            <a:chExt cx="10698251" cy="61521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7C2FC9-9631-4B04-8806-91AAE0E43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58" b="10293"/>
            <a:stretch/>
          </p:blipFill>
          <p:spPr>
            <a:xfrm>
              <a:off x="0" y="705853"/>
              <a:ext cx="10698251" cy="615214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E8153E-3DBF-4D97-AF70-417D2E8FD5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695700" y="2823634"/>
              <a:ext cx="4569290" cy="2863176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1CBCB7-0E77-4181-9834-8F18F17C6E63}"/>
              </a:ext>
            </a:extLst>
          </p:cNvPr>
          <p:cNvSpPr txBox="1"/>
          <p:nvPr/>
        </p:nvSpPr>
        <p:spPr>
          <a:xfrm>
            <a:off x="372693" y="730467"/>
            <a:ext cx="1134053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32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Huawei ICT Competition 2025 – 2026</a:t>
            </a:r>
          </a:p>
          <a:p>
            <a:pPr algn="ctr">
              <a:spcBef>
                <a:spcPts val="600"/>
              </a:spcBef>
            </a:pPr>
            <a:r>
              <a:rPr lang="en-US" altLang="zh-CN" sz="32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Innovation Competition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BEB8BA-9E95-4A29-ADF6-7B645959E7EF}"/>
              </a:ext>
            </a:extLst>
          </p:cNvPr>
          <p:cNvSpPr/>
          <p:nvPr/>
        </p:nvSpPr>
        <p:spPr>
          <a:xfrm>
            <a:off x="3566097" y="2036217"/>
            <a:ext cx="4953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0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School Name + Team Name + Entry Name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201</TotalTime>
  <Words>19</Words>
  <Application>Microsoft Office PowerPoint</Application>
  <PresentationFormat>自定义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Microsoft YaHei</vt:lpstr>
      <vt:lpstr>Microsoft YaHei</vt:lpstr>
      <vt:lpstr>Arial</vt:lpstr>
      <vt:lpstr>Arial Black</vt:lpstr>
      <vt:lpstr>Calibri</vt:lpstr>
      <vt:lpstr>封面页_图片版 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Niuhuan(Naomi)</cp:lastModifiedBy>
  <cp:revision>27</cp:revision>
  <dcterms:created xsi:type="dcterms:W3CDTF">2020-08-28T08:44:19Z</dcterms:created>
  <dcterms:modified xsi:type="dcterms:W3CDTF">2025-09-12T08:45:47Z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
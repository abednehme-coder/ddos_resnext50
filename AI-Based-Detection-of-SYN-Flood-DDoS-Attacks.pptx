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4" r:id="rId12"/>
    <p:sldId id="267" r:id="rId13"/>
    <p:sldId id="265" r:id="rId14"/>
    <p:sldId id="271" r:id="rId15"/>
    <p:sldId id="272" r:id="rId16"/>
    <p:sldId id="268" r:id="rId17"/>
    <p:sldId id="269" r:id="rId18"/>
    <p:sldId id="273" r:id="rId19"/>
  </p:sldIdLst>
  <p:sldSz cx="14630400" cy="8229600"/>
  <p:notesSz cx="8229600" cy="14630400"/>
  <p:embeddedFontLst>
    <p:embeddedFont>
      <p:font typeface="Dela Gothic One" panose="020B0604020202020204" charset="-128"/>
      <p:regular r:id="rId21"/>
    </p:embeddedFont>
    <p:embeddedFont>
      <p:font typeface="DM Sans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B0B"/>
    <a:srgbClr val="130B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2EA47B-555E-4A74-BC9D-8E1C7C759CC0}" v="306" dt="2026-01-15T17:48:20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d al Rida Hassan Nehme" userId="b0ef3417-276f-4069-bd38-8883698bac84" providerId="ADAL" clId="{D64DA7CE-AA1B-4A61-9630-7094F0849FA9}"/>
    <pc:docChg chg="undo custSel addSld delSld modSld sldOrd">
      <pc:chgData name="Abed al Rida Hassan Nehme" userId="b0ef3417-276f-4069-bd38-8883698bac84" providerId="ADAL" clId="{D64DA7CE-AA1B-4A61-9630-7094F0849FA9}" dt="2026-01-15T17:48:27.101" v="1216" actId="1076"/>
      <pc:docMkLst>
        <pc:docMk/>
      </pc:docMkLst>
      <pc:sldChg chg="addSp modSp mod modTransition">
        <pc:chgData name="Abed al Rida Hassan Nehme" userId="b0ef3417-276f-4069-bd38-8883698bac84" providerId="ADAL" clId="{D64DA7CE-AA1B-4A61-9630-7094F0849FA9}" dt="2026-01-15T17:29:15.876" v="1042" actId="1076"/>
        <pc:sldMkLst>
          <pc:docMk/>
          <pc:sldMk cId="0" sldId="256"/>
        </pc:sldMkLst>
        <pc:spChg chg="mod">
          <ac:chgData name="Abed al Rida Hassan Nehme" userId="b0ef3417-276f-4069-bd38-8883698bac84" providerId="ADAL" clId="{D64DA7CE-AA1B-4A61-9630-7094F0849FA9}" dt="2026-01-15T16:15:56.935" v="645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5:56.935" v="64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5:56.935" v="645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48:30.977" v="81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5:56.935" v="645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5:56.935" v="645" actId="207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5:18:27.488" v="4" actId="13822"/>
          <ac:spMkLst>
            <pc:docMk/>
            <pc:sldMk cId="0" sldId="256"/>
            <ac:spMk id="8" creationId="{8ECA2E44-EE34-3329-9FA9-FAF68ADE73D8}"/>
          </ac:spMkLst>
        </pc:spChg>
        <pc:spChg chg="add mod">
          <ac:chgData name="Abed al Rida Hassan Nehme" userId="b0ef3417-276f-4069-bd38-8883698bac84" providerId="ADAL" clId="{D64DA7CE-AA1B-4A61-9630-7094F0849FA9}" dt="2026-01-15T16:48:30.607" v="812" actId="207"/>
          <ac:spMkLst>
            <pc:docMk/>
            <pc:sldMk cId="0" sldId="256"/>
            <ac:spMk id="9" creationId="{41D358C7-F27D-4DEC-8F67-44B6F9367374}"/>
          </ac:spMkLst>
        </pc:spChg>
        <pc:picChg chg="add mod">
          <ac:chgData name="Abed al Rida Hassan Nehme" userId="b0ef3417-276f-4069-bd38-8883698bac84" providerId="ADAL" clId="{D64DA7CE-AA1B-4A61-9630-7094F0849FA9}" dt="2026-01-15T17:29:15.876" v="1042" actId="1076"/>
          <ac:picMkLst>
            <pc:docMk/>
            <pc:sldMk cId="0" sldId="256"/>
            <ac:picMk id="11" creationId="{9AF1BEB0-9F2D-6EA6-2D5C-9010265D16C3}"/>
          </ac:picMkLst>
        </pc:picChg>
      </pc:sldChg>
      <pc:sldChg chg="addSp modSp mod modTransition">
        <pc:chgData name="Abed al Rida Hassan Nehme" userId="b0ef3417-276f-4069-bd38-8883698bac84" providerId="ADAL" clId="{D64DA7CE-AA1B-4A61-9630-7094F0849FA9}" dt="2026-01-15T17:29:19.319" v="1044"/>
        <pc:sldMkLst>
          <pc:docMk/>
          <pc:sldMk cId="0" sldId="257"/>
        </pc:sldMkLst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6:16:09.208" v="646" actId="207"/>
          <ac:spMkLst>
            <pc:docMk/>
            <pc:sldMk cId="0" sldId="257"/>
            <ac:spMk id="13" creationId="{210BDAF7-C5F8-7D4B-C54F-09861C854927}"/>
          </ac:spMkLst>
        </pc:spChg>
        <pc:picChg chg="add mod">
          <ac:chgData name="Abed al Rida Hassan Nehme" userId="b0ef3417-276f-4069-bd38-8883698bac84" providerId="ADAL" clId="{D64DA7CE-AA1B-4A61-9630-7094F0849FA9}" dt="2026-01-15T17:29:19.319" v="1044"/>
          <ac:picMkLst>
            <pc:docMk/>
            <pc:sldMk cId="0" sldId="257"/>
            <ac:picMk id="14" creationId="{758588F3-5FA0-B8C2-F830-58C04B34B891}"/>
          </ac:picMkLst>
        </pc:picChg>
      </pc:sldChg>
      <pc:sldChg chg="addSp modSp mod modTransition">
        <pc:chgData name="Abed al Rida Hassan Nehme" userId="b0ef3417-276f-4069-bd38-8883698bac84" providerId="ADAL" clId="{D64DA7CE-AA1B-4A61-9630-7094F0849FA9}" dt="2026-01-15T17:29:20.389" v="1045"/>
        <pc:sldMkLst>
          <pc:docMk/>
          <pc:sldMk cId="0" sldId="258"/>
        </pc:sldMkLst>
        <pc:spChg chg="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6:16:12.485" v="647" actId="207"/>
          <ac:spMkLst>
            <pc:docMk/>
            <pc:sldMk cId="0" sldId="258"/>
            <ac:spMk id="11" creationId="{EC92DCD6-1C33-DFFA-D8DA-9442796318C1}"/>
          </ac:spMkLst>
        </pc:spChg>
        <pc:spChg chg="add mod">
          <ac:chgData name="Abed al Rida Hassan Nehme" userId="b0ef3417-276f-4069-bd38-8883698bac84" providerId="ADAL" clId="{D64DA7CE-AA1B-4A61-9630-7094F0849FA9}" dt="2026-01-15T15:19:10.879" v="16"/>
          <ac:spMkLst>
            <pc:docMk/>
            <pc:sldMk cId="0" sldId="258"/>
            <ac:spMk id="12" creationId="{F1AAEEE4-C5D6-1603-BE00-090301FD0F4A}"/>
          </ac:spMkLst>
        </pc:spChg>
        <pc:picChg chg="mod">
          <ac:chgData name="Abed al Rida Hassan Nehme" userId="b0ef3417-276f-4069-bd38-8883698bac84" providerId="ADAL" clId="{D64DA7CE-AA1B-4A61-9630-7094F0849FA9}" dt="2026-01-15T15:53:50.657" v="537"/>
          <ac:picMkLst>
            <pc:docMk/>
            <pc:sldMk cId="0" sldId="258"/>
            <ac:picMk id="9" creationId="{00000000-0000-0000-0000-000000000000}"/>
          </ac:picMkLst>
        </pc:picChg>
        <pc:picChg chg="add mod">
          <ac:chgData name="Abed al Rida Hassan Nehme" userId="b0ef3417-276f-4069-bd38-8883698bac84" providerId="ADAL" clId="{D64DA7CE-AA1B-4A61-9630-7094F0849FA9}" dt="2026-01-15T17:29:20.389" v="1045"/>
          <ac:picMkLst>
            <pc:docMk/>
            <pc:sldMk cId="0" sldId="258"/>
            <ac:picMk id="12" creationId="{B3C17DFF-DF52-1E55-EFE2-D24FAB2BC735}"/>
          </ac:picMkLst>
        </pc:picChg>
      </pc:sldChg>
      <pc:sldChg chg="addSp delSp modSp mod modTransition">
        <pc:chgData name="Abed al Rida Hassan Nehme" userId="b0ef3417-276f-4069-bd38-8883698bac84" providerId="ADAL" clId="{D64DA7CE-AA1B-4A61-9630-7094F0849FA9}" dt="2026-01-15T17:39:28.622" v="1139" actId="1076"/>
        <pc:sldMkLst>
          <pc:docMk/>
          <pc:sldMk cId="0" sldId="259"/>
        </pc:sldMkLst>
        <pc:spChg chg="mod">
          <ac:chgData name="Abed al Rida Hassan Nehme" userId="b0ef3417-276f-4069-bd38-8883698bac84" providerId="ADAL" clId="{D64DA7CE-AA1B-4A61-9630-7094F0849FA9}" dt="2026-01-15T15:39:49.932" v="258" actId="207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5:18:35.332" v="7"/>
          <ac:spMkLst>
            <pc:docMk/>
            <pc:sldMk cId="0" sldId="259"/>
            <ac:spMk id="14" creationId="{55A1C306-A549-6B72-6A17-BFF01F4264AF}"/>
          </ac:spMkLst>
        </pc:spChg>
        <pc:spChg chg="add del mod">
          <ac:chgData name="Abed al Rida Hassan Nehme" userId="b0ef3417-276f-4069-bd38-8883698bac84" providerId="ADAL" clId="{D64DA7CE-AA1B-4A61-9630-7094F0849FA9}" dt="2026-01-15T15:19:20.728" v="18" actId="478"/>
          <ac:spMkLst>
            <pc:docMk/>
            <pc:sldMk cId="0" sldId="259"/>
            <ac:spMk id="15" creationId="{C2D5DD97-BC9F-F642-BBFA-6F71AB5ECF19}"/>
          </ac:spMkLst>
        </pc:spChg>
        <pc:picChg chg="mod modCrop">
          <ac:chgData name="Abed al Rida Hassan Nehme" userId="b0ef3417-276f-4069-bd38-8883698bac84" providerId="ADAL" clId="{D64DA7CE-AA1B-4A61-9630-7094F0849FA9}" dt="2026-01-15T17:07:28.884" v="871" actId="18131"/>
          <ac:picMkLst>
            <pc:docMk/>
            <pc:sldMk cId="0" sldId="259"/>
            <ac:picMk id="2" creationId="{00000000-0000-0000-0000-000000000000}"/>
          </ac:picMkLst>
        </pc:picChg>
        <pc:picChg chg="mod modCrop">
          <ac:chgData name="Abed al Rida Hassan Nehme" userId="b0ef3417-276f-4069-bd38-8883698bac84" providerId="ADAL" clId="{D64DA7CE-AA1B-4A61-9630-7094F0849FA9}" dt="2026-01-15T17:39:28.622" v="1139" actId="1076"/>
          <ac:picMkLst>
            <pc:docMk/>
            <pc:sldMk cId="0" sldId="259"/>
            <ac:picMk id="3" creationId="{00000000-0000-0000-0000-000000000000}"/>
          </ac:picMkLst>
        </pc:picChg>
        <pc:picChg chg="add mod">
          <ac:chgData name="Abed al Rida Hassan Nehme" userId="b0ef3417-276f-4069-bd38-8883698bac84" providerId="ADAL" clId="{D64DA7CE-AA1B-4A61-9630-7094F0849FA9}" dt="2026-01-15T17:29:21.416" v="1046"/>
          <ac:picMkLst>
            <pc:docMk/>
            <pc:sldMk cId="0" sldId="259"/>
            <ac:picMk id="15" creationId="{F866482E-47BB-BDBD-7A2F-436FB6B3801D}"/>
          </ac:picMkLst>
        </pc:picChg>
        <pc:picChg chg="add mod">
          <ac:chgData name="Abed al Rida Hassan Nehme" userId="b0ef3417-276f-4069-bd38-8883698bac84" providerId="ADAL" clId="{D64DA7CE-AA1B-4A61-9630-7094F0849FA9}" dt="2026-01-15T17:00:38.946" v="869" actId="1076"/>
          <ac:picMkLst>
            <pc:docMk/>
            <pc:sldMk cId="0" sldId="259"/>
            <ac:picMk id="16" creationId="{C713C844-BBFC-8758-E3D3-CD865D5489FA}"/>
          </ac:picMkLst>
        </pc:picChg>
        <pc:picChg chg="add mod">
          <ac:chgData name="Abed al Rida Hassan Nehme" userId="b0ef3417-276f-4069-bd38-8883698bac84" providerId="ADAL" clId="{D64DA7CE-AA1B-4A61-9630-7094F0849FA9}" dt="2026-01-15T17:39:25.853" v="1138" actId="1076"/>
          <ac:picMkLst>
            <pc:docMk/>
            <pc:sldMk cId="0" sldId="259"/>
            <ac:picMk id="18" creationId="{CBFEB6DD-A9E9-12E5-66BA-EAE7C9C6607F}"/>
          </ac:picMkLst>
        </pc:picChg>
      </pc:sldChg>
      <pc:sldChg chg="addSp modSp mod modTransition">
        <pc:chgData name="Abed al Rida Hassan Nehme" userId="b0ef3417-276f-4069-bd38-8883698bac84" providerId="ADAL" clId="{D64DA7CE-AA1B-4A61-9630-7094F0849FA9}" dt="2026-01-15T17:29:23.775" v="1047"/>
        <pc:sldMkLst>
          <pc:docMk/>
          <pc:sldMk cId="0" sldId="260"/>
        </pc:sldMkLst>
        <pc:spChg chg="mod">
          <ac:chgData name="Abed al Rida Hassan Nehme" userId="b0ef3417-276f-4069-bd38-8883698bac84" providerId="ADAL" clId="{D64DA7CE-AA1B-4A61-9630-7094F0849FA9}" dt="2026-01-15T16:16:15.168" v="648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5.168" v="648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5.168" v="648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5.168" v="648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5.168" v="648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5.168" v="648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5.168" v="648" actId="207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6:16:15.168" v="648" actId="207"/>
          <ac:spMkLst>
            <pc:docMk/>
            <pc:sldMk cId="0" sldId="260"/>
            <ac:spMk id="10" creationId="{D7873EB1-74A5-4D15-96BA-0AF115AEB51B}"/>
          </ac:spMkLst>
        </pc:spChg>
        <pc:picChg chg="add mod">
          <ac:chgData name="Abed al Rida Hassan Nehme" userId="b0ef3417-276f-4069-bd38-8883698bac84" providerId="ADAL" clId="{D64DA7CE-AA1B-4A61-9630-7094F0849FA9}" dt="2026-01-15T17:29:23.775" v="1047"/>
          <ac:picMkLst>
            <pc:docMk/>
            <pc:sldMk cId="0" sldId="260"/>
            <ac:picMk id="11" creationId="{E9B93F7F-AE0A-8045-7B98-2B331DFB98BD}"/>
          </ac:picMkLst>
        </pc:picChg>
      </pc:sldChg>
      <pc:sldChg chg="addSp modSp mod modTransition">
        <pc:chgData name="Abed al Rida Hassan Nehme" userId="b0ef3417-276f-4069-bd38-8883698bac84" providerId="ADAL" clId="{D64DA7CE-AA1B-4A61-9630-7094F0849FA9}" dt="2026-01-15T17:29:24.953" v="1048"/>
        <pc:sldMkLst>
          <pc:docMk/>
          <pc:sldMk cId="0" sldId="261"/>
        </pc:sldMkLst>
        <pc:spChg chg="mod">
          <ac:chgData name="Abed al Rida Hassan Nehme" userId="b0ef3417-276f-4069-bd38-8883698bac84" providerId="ADAL" clId="{D64DA7CE-AA1B-4A61-9630-7094F0849FA9}" dt="2026-01-15T16:16:19.073" v="649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9.073" v="649" actId="207"/>
          <ac:spMkLst>
            <pc:docMk/>
            <pc:sldMk cId="0" sldId="261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9.073" v="649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9.073" v="649" actId="207"/>
          <ac:spMkLst>
            <pc:docMk/>
            <pc:sldMk cId="0" sldId="261"/>
            <ac:spMk id="9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9.073" v="649" actId="20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19.073" v="649" actId="207"/>
          <ac:spMkLst>
            <pc:docMk/>
            <pc:sldMk cId="0" sldId="261"/>
            <ac:spMk id="11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6:16:19.073" v="649" actId="207"/>
          <ac:spMkLst>
            <pc:docMk/>
            <pc:sldMk cId="0" sldId="261"/>
            <ac:spMk id="12" creationId="{A76CADE5-E174-51C1-7E68-BD9B3793BF07}"/>
          </ac:spMkLst>
        </pc:spChg>
        <pc:picChg chg="add mod">
          <ac:chgData name="Abed al Rida Hassan Nehme" userId="b0ef3417-276f-4069-bd38-8883698bac84" providerId="ADAL" clId="{D64DA7CE-AA1B-4A61-9630-7094F0849FA9}" dt="2026-01-15T17:29:24.953" v="1048"/>
          <ac:picMkLst>
            <pc:docMk/>
            <pc:sldMk cId="0" sldId="261"/>
            <ac:picMk id="13" creationId="{B507DDCE-6237-9B60-1C7A-841B613EB3AC}"/>
          </ac:picMkLst>
        </pc:picChg>
      </pc:sldChg>
      <pc:sldChg chg="addSp modSp mod modTransition">
        <pc:chgData name="Abed al Rida Hassan Nehme" userId="b0ef3417-276f-4069-bd38-8883698bac84" providerId="ADAL" clId="{D64DA7CE-AA1B-4A61-9630-7094F0849FA9}" dt="2026-01-15T17:29:25.799" v="1049"/>
        <pc:sldMkLst>
          <pc:docMk/>
          <pc:sldMk cId="0" sldId="262"/>
        </pc:sldMkLst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8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9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2.126" v="650" actId="207"/>
          <ac:spMkLst>
            <pc:docMk/>
            <pc:sldMk cId="0" sldId="262"/>
            <ac:spMk id="16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5:18:39.313" v="9"/>
          <ac:spMkLst>
            <pc:docMk/>
            <pc:sldMk cId="0" sldId="262"/>
            <ac:spMk id="17" creationId="{ECDC20EB-BD7C-2529-CF24-1F1121449D07}"/>
          </ac:spMkLst>
        </pc:spChg>
        <pc:picChg chg="mod">
          <ac:chgData name="Abed al Rida Hassan Nehme" userId="b0ef3417-276f-4069-bd38-8883698bac84" providerId="ADAL" clId="{D64DA7CE-AA1B-4A61-9630-7094F0849FA9}" dt="2026-01-15T15:54:18.735" v="542" actId="1076"/>
          <ac:picMkLst>
            <pc:docMk/>
            <pc:sldMk cId="0" sldId="262"/>
            <ac:picMk id="3" creationId="{00000000-0000-0000-0000-000000000000}"/>
          </ac:picMkLst>
        </pc:picChg>
        <pc:picChg chg="add mod">
          <ac:chgData name="Abed al Rida Hassan Nehme" userId="b0ef3417-276f-4069-bd38-8883698bac84" providerId="ADAL" clId="{D64DA7CE-AA1B-4A61-9630-7094F0849FA9}" dt="2026-01-15T17:29:25.799" v="1049"/>
          <ac:picMkLst>
            <pc:docMk/>
            <pc:sldMk cId="0" sldId="262"/>
            <ac:picMk id="18" creationId="{6E027A33-94E6-D445-9FA6-531B6323DE7A}"/>
          </ac:picMkLst>
        </pc:picChg>
      </pc:sldChg>
      <pc:sldChg chg="addSp modSp mod modTransition">
        <pc:chgData name="Abed al Rida Hassan Nehme" userId="b0ef3417-276f-4069-bd38-8883698bac84" providerId="ADAL" clId="{D64DA7CE-AA1B-4A61-9630-7094F0849FA9}" dt="2026-01-15T17:29:27.190" v="1050"/>
        <pc:sldMkLst>
          <pc:docMk/>
          <pc:sldMk cId="0" sldId="263"/>
        </pc:sldMkLst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7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17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6:16:28.557" v="652" actId="207"/>
          <ac:spMkLst>
            <pc:docMk/>
            <pc:sldMk cId="0" sldId="263"/>
            <ac:spMk id="18" creationId="{B6256D13-7616-C981-791B-0ECA6D323BDC}"/>
          </ac:spMkLst>
        </pc:spChg>
        <pc:picChg chg="add mod">
          <ac:chgData name="Abed al Rida Hassan Nehme" userId="b0ef3417-276f-4069-bd38-8883698bac84" providerId="ADAL" clId="{D64DA7CE-AA1B-4A61-9630-7094F0849FA9}" dt="2026-01-15T17:29:27.190" v="1050"/>
          <ac:picMkLst>
            <pc:docMk/>
            <pc:sldMk cId="0" sldId="263"/>
            <ac:picMk id="19" creationId="{340328AD-C2E1-0E6A-9557-92DE05A76C65}"/>
          </ac:picMkLst>
        </pc:picChg>
      </pc:sldChg>
      <pc:sldChg chg="addSp modSp mod modTransition">
        <pc:chgData name="Abed al Rida Hassan Nehme" userId="b0ef3417-276f-4069-bd38-8883698bac84" providerId="ADAL" clId="{D64DA7CE-AA1B-4A61-9630-7094F0849FA9}" dt="2026-01-15T17:29:29.224" v="1052"/>
        <pc:sldMkLst>
          <pc:docMk/>
          <pc:sldMk cId="0" sldId="264"/>
        </pc:sldMkLst>
        <pc:spChg chg="mod">
          <ac:chgData name="Abed al Rida Hassan Nehme" userId="b0ef3417-276f-4069-bd38-8883698bac84" providerId="ADAL" clId="{D64DA7CE-AA1B-4A61-9630-7094F0849FA9}" dt="2026-01-15T17:09:34.564" v="873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01:40.882" v="562" actId="207"/>
          <ac:spMkLst>
            <pc:docMk/>
            <pc:sldMk cId="0" sldId="264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40.615" v="653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01:40.882" v="562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40.615" v="653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01:40.882" v="562" actId="2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40.615" v="653" actId="20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01:40.882" v="562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40.615" v="653" actId="20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6:51.741" v="655" actId="207"/>
          <ac:spMkLst>
            <pc:docMk/>
            <pc:sldMk cId="0" sldId="264"/>
            <ac:spMk id="17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5:18:41.850" v="11"/>
          <ac:spMkLst>
            <pc:docMk/>
            <pc:sldMk cId="0" sldId="264"/>
            <ac:spMk id="18" creationId="{3A54F4B7-5EBE-C854-643F-D4B56DE21BC2}"/>
          </ac:spMkLst>
        </pc:spChg>
        <pc:picChg chg="mod">
          <ac:chgData name="Abed al Rida Hassan Nehme" userId="b0ef3417-276f-4069-bd38-8883698bac84" providerId="ADAL" clId="{D64DA7CE-AA1B-4A61-9630-7094F0849FA9}" dt="2026-01-15T16:00:22.098" v="546" actId="1076"/>
          <ac:picMkLst>
            <pc:docMk/>
            <pc:sldMk cId="0" sldId="264"/>
            <ac:picMk id="8" creationId="{00000000-0000-0000-0000-000000000000}"/>
          </ac:picMkLst>
        </pc:picChg>
        <pc:picChg chg="mod">
          <ac:chgData name="Abed al Rida Hassan Nehme" userId="b0ef3417-276f-4069-bd38-8883698bac84" providerId="ADAL" clId="{D64DA7CE-AA1B-4A61-9630-7094F0849FA9}" dt="2026-01-15T16:00:13.517" v="545" actId="1076"/>
          <ac:picMkLst>
            <pc:docMk/>
            <pc:sldMk cId="0" sldId="264"/>
            <ac:picMk id="11" creationId="{00000000-0000-0000-0000-000000000000}"/>
          </ac:picMkLst>
        </pc:picChg>
        <pc:picChg chg="mod">
          <ac:chgData name="Abed al Rida Hassan Nehme" userId="b0ef3417-276f-4069-bd38-8883698bac84" providerId="ADAL" clId="{D64DA7CE-AA1B-4A61-9630-7094F0849FA9}" dt="2026-01-15T15:59:53.185" v="543" actId="1076"/>
          <ac:picMkLst>
            <pc:docMk/>
            <pc:sldMk cId="0" sldId="264"/>
            <ac:picMk id="14" creationId="{00000000-0000-0000-0000-000000000000}"/>
          </ac:picMkLst>
        </pc:picChg>
        <pc:picChg chg="add mod">
          <ac:chgData name="Abed al Rida Hassan Nehme" userId="b0ef3417-276f-4069-bd38-8883698bac84" providerId="ADAL" clId="{D64DA7CE-AA1B-4A61-9630-7094F0849FA9}" dt="2026-01-15T17:29:29.224" v="1052"/>
          <ac:picMkLst>
            <pc:docMk/>
            <pc:sldMk cId="0" sldId="264"/>
            <ac:picMk id="19" creationId="{662CB994-FD3F-EBDB-4580-0E4DBA3C26E3}"/>
          </ac:picMkLst>
        </pc:picChg>
      </pc:sldChg>
      <pc:sldChg chg="addSp delSp modSp mod modTransition">
        <pc:chgData name="Abed al Rida Hassan Nehme" userId="b0ef3417-276f-4069-bd38-8883698bac84" providerId="ADAL" clId="{D64DA7CE-AA1B-4A61-9630-7094F0849FA9}" dt="2026-01-15T17:29:33.313" v="1054"/>
        <pc:sldMkLst>
          <pc:docMk/>
          <pc:sldMk cId="0" sldId="265"/>
        </pc:sldMkLst>
        <pc:spChg chg="mod">
          <ac:chgData name="Abed al Rida Hassan Nehme" userId="b0ef3417-276f-4069-bd38-8883698bac84" providerId="ADAL" clId="{D64DA7CE-AA1B-4A61-9630-7094F0849FA9}" dt="2026-01-15T16:19:57.872" v="687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20:00.509" v="688" actId="207"/>
          <ac:spMkLst>
            <pc:docMk/>
            <pc:sldMk cId="0" sldId="265"/>
            <ac:spMk id="3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9:57.872" v="687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9:57.872" v="687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7:13:43.345" v="937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9:57.872" v="687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9:57.872" v="687" actId="2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Abed al Rida Hassan Nehme" userId="b0ef3417-276f-4069-bd38-8883698bac84" providerId="ADAL" clId="{D64DA7CE-AA1B-4A61-9630-7094F0849FA9}" dt="2026-01-15T16:19:57.872" v="687" actId="207"/>
          <ac:spMkLst>
            <pc:docMk/>
            <pc:sldMk cId="0" sldId="265"/>
            <ac:spMk id="10" creationId="{00000000-0000-0000-0000-000000000000}"/>
          </ac:spMkLst>
        </pc:spChg>
        <pc:spChg chg="add mod">
          <ac:chgData name="Abed al Rida Hassan Nehme" userId="b0ef3417-276f-4069-bd38-8883698bac84" providerId="ADAL" clId="{D64DA7CE-AA1B-4A61-9630-7094F0849FA9}" dt="2026-01-15T16:19:57.872" v="687" actId="207"/>
          <ac:spMkLst>
            <pc:docMk/>
            <pc:sldMk cId="0" sldId="265"/>
            <ac:spMk id="11" creationId="{7F8CC90D-AEC9-B3BC-B38C-B3FEC90EABC0}"/>
          </ac:spMkLst>
        </pc:spChg>
        <pc:picChg chg="del mod modCrop">
          <ac:chgData name="Abed al Rida Hassan Nehme" userId="b0ef3417-276f-4069-bd38-8883698bac84" providerId="ADAL" clId="{D64DA7CE-AA1B-4A61-9630-7094F0849FA9}" dt="2026-01-15T17:13:55.043" v="945" actId="478"/>
          <ac:picMkLst>
            <pc:docMk/>
            <pc:sldMk cId="0" sldId="265"/>
            <ac:picMk id="9" creationId="{00000000-0000-0000-0000-000000000000}"/>
          </ac:picMkLst>
        </pc:picChg>
        <pc:picChg chg="add mod">
          <ac:chgData name="Abed al Rida Hassan Nehme" userId="b0ef3417-276f-4069-bd38-8883698bac84" providerId="ADAL" clId="{D64DA7CE-AA1B-4A61-9630-7094F0849FA9}" dt="2026-01-15T17:13:59.726" v="947" actId="1076"/>
          <ac:picMkLst>
            <pc:docMk/>
            <pc:sldMk cId="0" sldId="265"/>
            <ac:picMk id="12" creationId="{95B434E9-C574-0FD9-BBFB-F01131C86F6D}"/>
          </ac:picMkLst>
        </pc:picChg>
        <pc:picChg chg="add mod">
          <ac:chgData name="Abed al Rida Hassan Nehme" userId="b0ef3417-276f-4069-bd38-8883698bac84" providerId="ADAL" clId="{D64DA7CE-AA1B-4A61-9630-7094F0849FA9}" dt="2026-01-15T17:29:33.313" v="1054"/>
          <ac:picMkLst>
            <pc:docMk/>
            <pc:sldMk cId="0" sldId="265"/>
            <ac:picMk id="13" creationId="{97B352C7-DF4D-551C-1FAC-8AD7E4F47636}"/>
          </ac:picMkLst>
        </pc:picChg>
      </pc:sldChg>
      <pc:sldChg chg="addSp delSp modSp new mod">
        <pc:chgData name="Abed al Rida Hassan Nehme" userId="b0ef3417-276f-4069-bd38-8883698bac84" providerId="ADAL" clId="{D64DA7CE-AA1B-4A61-9630-7094F0849FA9}" dt="2026-01-15T17:29:18.590" v="1043"/>
        <pc:sldMkLst>
          <pc:docMk/>
          <pc:sldMk cId="2270861792" sldId="266"/>
        </pc:sldMkLst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2" creationId="{91E7BF80-5AC2-C275-A59B-4B3C3FFA8BFD}"/>
          </ac:spMkLst>
        </pc:spChg>
        <pc:spChg chg="add del mod">
          <ac:chgData name="Abed al Rida Hassan Nehme" userId="b0ef3417-276f-4069-bd38-8883698bac84" providerId="ADAL" clId="{D64DA7CE-AA1B-4A61-9630-7094F0849FA9}" dt="2026-01-15T15:37:42.238" v="228"/>
          <ac:spMkLst>
            <pc:docMk/>
            <pc:sldMk cId="2270861792" sldId="266"/>
            <ac:spMk id="4" creationId="{43FBB3CB-33B8-7A07-0F3D-45DAFE35DCAF}"/>
          </ac:spMkLst>
        </pc:spChg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6" creationId="{A752614B-7F78-5A25-E0AE-56D88AE08239}"/>
          </ac:spMkLst>
        </pc:spChg>
        <pc:spChg chg="add del mod ord">
          <ac:chgData name="Abed al Rida Hassan Nehme" userId="b0ef3417-276f-4069-bd38-8883698bac84" providerId="ADAL" clId="{D64DA7CE-AA1B-4A61-9630-7094F0849FA9}" dt="2026-01-15T15:41:02.052" v="277" actId="478"/>
          <ac:spMkLst>
            <pc:docMk/>
            <pc:sldMk cId="2270861792" sldId="266"/>
            <ac:spMk id="8" creationId="{C6EB6618-CCA1-0629-1EF3-8DEE9C66CF2B}"/>
          </ac:spMkLst>
        </pc:spChg>
        <pc:spChg chg="add del mod">
          <ac:chgData name="Abed al Rida Hassan Nehme" userId="b0ef3417-276f-4069-bd38-8883698bac84" providerId="ADAL" clId="{D64DA7CE-AA1B-4A61-9630-7094F0849FA9}" dt="2026-01-15T15:40:32.025" v="270" actId="478"/>
          <ac:spMkLst>
            <pc:docMk/>
            <pc:sldMk cId="2270861792" sldId="266"/>
            <ac:spMk id="9" creationId="{660F757E-6E83-F6D4-56A6-8E190452A97D}"/>
          </ac:spMkLst>
        </pc:spChg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10" creationId="{4CF1756D-597D-72AD-F5FF-4F6C99A9B430}"/>
          </ac:spMkLst>
        </pc:spChg>
        <pc:spChg chg="add del mod">
          <ac:chgData name="Abed al Rida Hassan Nehme" userId="b0ef3417-276f-4069-bd38-8883698bac84" providerId="ADAL" clId="{D64DA7CE-AA1B-4A61-9630-7094F0849FA9}" dt="2026-01-15T15:42:35.849" v="314" actId="478"/>
          <ac:spMkLst>
            <pc:docMk/>
            <pc:sldMk cId="2270861792" sldId="266"/>
            <ac:spMk id="11" creationId="{F82DFC5D-B1F3-FD74-4D6E-C8ED4EF7DE06}"/>
          </ac:spMkLst>
        </pc:spChg>
        <pc:spChg chg="add del mod">
          <ac:chgData name="Abed al Rida Hassan Nehme" userId="b0ef3417-276f-4069-bd38-8883698bac84" providerId="ADAL" clId="{D64DA7CE-AA1B-4A61-9630-7094F0849FA9}" dt="2026-01-15T15:42:35.849" v="314" actId="478"/>
          <ac:spMkLst>
            <pc:docMk/>
            <pc:sldMk cId="2270861792" sldId="266"/>
            <ac:spMk id="12" creationId="{CC24C109-8BB6-9041-AE2E-8C75194F3936}"/>
          </ac:spMkLst>
        </pc:spChg>
        <pc:spChg chg="add del mod">
          <ac:chgData name="Abed al Rida Hassan Nehme" userId="b0ef3417-276f-4069-bd38-8883698bac84" providerId="ADAL" clId="{D64DA7CE-AA1B-4A61-9630-7094F0849FA9}" dt="2026-01-15T15:42:36.468" v="315" actId="478"/>
          <ac:spMkLst>
            <pc:docMk/>
            <pc:sldMk cId="2270861792" sldId="266"/>
            <ac:spMk id="13" creationId="{5FAAB99E-35A5-354B-49E5-986415A0C94D}"/>
          </ac:spMkLst>
        </pc:spChg>
        <pc:spChg chg="add del mod">
          <ac:chgData name="Abed al Rida Hassan Nehme" userId="b0ef3417-276f-4069-bd38-8883698bac84" providerId="ADAL" clId="{D64DA7CE-AA1B-4A61-9630-7094F0849FA9}" dt="2026-01-15T15:42:34.855" v="313" actId="478"/>
          <ac:spMkLst>
            <pc:docMk/>
            <pc:sldMk cId="2270861792" sldId="266"/>
            <ac:spMk id="14" creationId="{F4F4BB81-05AF-D006-B7B4-DACB62BAB6DE}"/>
          </ac:spMkLst>
        </pc:spChg>
        <pc:spChg chg="add del mod">
          <ac:chgData name="Abed al Rida Hassan Nehme" userId="b0ef3417-276f-4069-bd38-8883698bac84" providerId="ADAL" clId="{D64DA7CE-AA1B-4A61-9630-7094F0849FA9}" dt="2026-01-15T15:42:31.881" v="312" actId="478"/>
          <ac:spMkLst>
            <pc:docMk/>
            <pc:sldMk cId="2270861792" sldId="266"/>
            <ac:spMk id="15" creationId="{BBAF9DFA-E659-1983-C233-D89C8FB87FCB}"/>
          </ac:spMkLst>
        </pc:spChg>
        <pc:spChg chg="add del mod">
          <ac:chgData name="Abed al Rida Hassan Nehme" userId="b0ef3417-276f-4069-bd38-8883698bac84" providerId="ADAL" clId="{D64DA7CE-AA1B-4A61-9630-7094F0849FA9}" dt="2026-01-15T15:42:31.881" v="312" actId="478"/>
          <ac:spMkLst>
            <pc:docMk/>
            <pc:sldMk cId="2270861792" sldId="266"/>
            <ac:spMk id="16" creationId="{F258A3ED-12FC-C0EB-7250-4D5C1A5C7B5A}"/>
          </ac:spMkLst>
        </pc:spChg>
        <pc:spChg chg="add del mod">
          <ac:chgData name="Abed al Rida Hassan Nehme" userId="b0ef3417-276f-4069-bd38-8883698bac84" providerId="ADAL" clId="{D64DA7CE-AA1B-4A61-9630-7094F0849FA9}" dt="2026-01-15T15:42:31.881" v="312" actId="478"/>
          <ac:spMkLst>
            <pc:docMk/>
            <pc:sldMk cId="2270861792" sldId="266"/>
            <ac:spMk id="17" creationId="{23A810A9-2780-ECD9-F1DB-1D74565DF810}"/>
          </ac:spMkLst>
        </pc:spChg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18" creationId="{2898E3A0-E429-16DD-D568-5FEC1443E4E6}"/>
          </ac:spMkLst>
        </pc:spChg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19" creationId="{08950304-F5C4-B17E-0DA7-4AF19B4228FF}"/>
          </ac:spMkLst>
        </pc:spChg>
        <pc:spChg chg="add del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20" creationId="{E9689F12-39C3-FE6D-DFF0-D21EEA32AC71}"/>
          </ac:spMkLst>
        </pc:spChg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21" creationId="{E418F023-4498-8223-D0C9-42510E9C1CB3}"/>
          </ac:spMkLst>
        </pc:spChg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22" creationId="{9ADC5627-68E6-3CB5-D3E2-9186656B0A78}"/>
          </ac:spMkLst>
        </pc:spChg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23" creationId="{2825C28D-C7D4-0320-5B9C-C73B7FC8039D}"/>
          </ac:spMkLst>
        </pc:spChg>
        <pc:spChg chg="add mod">
          <ac:chgData name="Abed al Rida Hassan Nehme" userId="b0ef3417-276f-4069-bd38-8883698bac84" providerId="ADAL" clId="{D64DA7CE-AA1B-4A61-9630-7094F0849FA9}" dt="2026-01-15T16:48:43.445" v="815" actId="207"/>
          <ac:spMkLst>
            <pc:docMk/>
            <pc:sldMk cId="2270861792" sldId="266"/>
            <ac:spMk id="24" creationId="{9F77040D-1584-DDB2-A830-A21D02B48540}"/>
          </ac:spMkLst>
        </pc:spChg>
        <pc:spChg chg="add del mod">
          <ac:chgData name="Abed al Rida Hassan Nehme" userId="b0ef3417-276f-4069-bd38-8883698bac84" providerId="ADAL" clId="{D64DA7CE-AA1B-4A61-9630-7094F0849FA9}" dt="2026-01-15T15:47:04.951" v="430" actId="478"/>
          <ac:spMkLst>
            <pc:docMk/>
            <pc:sldMk cId="2270861792" sldId="266"/>
            <ac:spMk id="25" creationId="{C55F05AB-2941-0376-A62E-578905B69BA4}"/>
          </ac:spMkLst>
        </pc:spChg>
        <pc:picChg chg="add mod">
          <ac:chgData name="Abed al Rida Hassan Nehme" userId="b0ef3417-276f-4069-bd38-8883698bac84" providerId="ADAL" clId="{D64DA7CE-AA1B-4A61-9630-7094F0849FA9}" dt="2026-01-15T17:29:18.590" v="1043"/>
          <ac:picMkLst>
            <pc:docMk/>
            <pc:sldMk cId="2270861792" sldId="266"/>
            <ac:picMk id="3" creationId="{C0ACC846-4F68-00FB-5ED7-FA19F6075C6D}"/>
          </ac:picMkLst>
        </pc:picChg>
        <pc:picChg chg="add mod">
          <ac:chgData name="Abed al Rida Hassan Nehme" userId="b0ef3417-276f-4069-bd38-8883698bac84" providerId="ADAL" clId="{D64DA7CE-AA1B-4A61-9630-7094F0849FA9}" dt="2026-01-15T15:52:41.204" v="533"/>
          <ac:picMkLst>
            <pc:docMk/>
            <pc:sldMk cId="2270861792" sldId="266"/>
            <ac:picMk id="27" creationId="{027E7510-1876-ECE7-5009-534F2A901AE1}"/>
          </ac:picMkLst>
        </pc:picChg>
      </pc:sldChg>
      <pc:sldChg chg="addSp delSp modSp new mod ord">
        <pc:chgData name="Abed al Rida Hassan Nehme" userId="b0ef3417-276f-4069-bd38-8883698bac84" providerId="ADAL" clId="{D64DA7CE-AA1B-4A61-9630-7094F0849FA9}" dt="2026-01-15T17:46:21.217" v="1178" actId="2711"/>
        <pc:sldMkLst>
          <pc:docMk/>
          <pc:sldMk cId="1882030147" sldId="267"/>
        </pc:sldMkLst>
        <pc:spChg chg="add mod">
          <ac:chgData name="Abed al Rida Hassan Nehme" userId="b0ef3417-276f-4069-bd38-8883698bac84" providerId="ADAL" clId="{D64DA7CE-AA1B-4A61-9630-7094F0849FA9}" dt="2026-01-15T16:02:31.829" v="564"/>
          <ac:spMkLst>
            <pc:docMk/>
            <pc:sldMk cId="1882030147" sldId="267"/>
            <ac:spMk id="2" creationId="{F10FE43C-F7AC-4E37-EF86-2A83A2A1D938}"/>
          </ac:spMkLst>
        </pc:spChg>
        <pc:spChg chg="add del">
          <ac:chgData name="Abed al Rida Hassan Nehme" userId="b0ef3417-276f-4069-bd38-8883698bac84" providerId="ADAL" clId="{D64DA7CE-AA1B-4A61-9630-7094F0849FA9}" dt="2026-01-15T16:02:46.180" v="566" actId="22"/>
          <ac:spMkLst>
            <pc:docMk/>
            <pc:sldMk cId="1882030147" sldId="267"/>
            <ac:spMk id="4" creationId="{41EBE851-AF14-CEBB-8FC3-BACDEF092F63}"/>
          </ac:spMkLst>
        </pc:spChg>
        <pc:spChg chg="add mod">
          <ac:chgData name="Abed al Rida Hassan Nehme" userId="b0ef3417-276f-4069-bd38-8883698bac84" providerId="ADAL" clId="{D64DA7CE-AA1B-4A61-9630-7094F0849FA9}" dt="2026-01-15T17:11:53.077" v="878" actId="1076"/>
          <ac:spMkLst>
            <pc:docMk/>
            <pc:sldMk cId="1882030147" sldId="267"/>
            <ac:spMk id="4" creationId="{8E2FDC7E-4162-4E76-4A9D-3D0FE6C084DB}"/>
          </ac:spMkLst>
        </pc:spChg>
        <pc:spChg chg="add del mod">
          <ac:chgData name="Abed al Rida Hassan Nehme" userId="b0ef3417-276f-4069-bd38-8883698bac84" providerId="ADAL" clId="{D64DA7CE-AA1B-4A61-9630-7094F0849FA9}" dt="2026-01-15T16:04:41.441" v="599" actId="478"/>
          <ac:spMkLst>
            <pc:docMk/>
            <pc:sldMk cId="1882030147" sldId="267"/>
            <ac:spMk id="6" creationId="{5921CEED-3457-7A7B-220D-F3E9F460A044}"/>
          </ac:spMkLst>
        </pc:spChg>
        <pc:spChg chg="add del mod">
          <ac:chgData name="Abed al Rida Hassan Nehme" userId="b0ef3417-276f-4069-bd38-8883698bac84" providerId="ADAL" clId="{D64DA7CE-AA1B-4A61-9630-7094F0849FA9}" dt="2026-01-15T16:04:41.442" v="601"/>
          <ac:spMkLst>
            <pc:docMk/>
            <pc:sldMk cId="1882030147" sldId="267"/>
            <ac:spMk id="7" creationId="{835BD0CF-F035-E6C2-EA4A-6C7512EF5B50}"/>
          </ac:spMkLst>
        </pc:spChg>
        <pc:spChg chg="add mod">
          <ac:chgData name="Abed al Rida Hassan Nehme" userId="b0ef3417-276f-4069-bd38-8883698bac84" providerId="ADAL" clId="{D64DA7CE-AA1B-4A61-9630-7094F0849FA9}" dt="2026-01-15T17:46:21.217" v="1178" actId="2711"/>
          <ac:spMkLst>
            <pc:docMk/>
            <pc:sldMk cId="1882030147" sldId="267"/>
            <ac:spMk id="8" creationId="{2482C45C-D09B-8345-34DD-7C632D23BC9B}"/>
          </ac:spMkLst>
        </pc:spChg>
        <pc:picChg chg="add mod">
          <ac:chgData name="Abed al Rida Hassan Nehme" userId="b0ef3417-276f-4069-bd38-8883698bac84" providerId="ADAL" clId="{D64DA7CE-AA1B-4A61-9630-7094F0849FA9}" dt="2026-01-15T17:13:07.972" v="936" actId="1076"/>
          <ac:picMkLst>
            <pc:docMk/>
            <pc:sldMk cId="1882030147" sldId="267"/>
            <ac:picMk id="6" creationId="{E65D57AF-2283-CA55-D55B-6A70D6A0DC56}"/>
          </ac:picMkLst>
        </pc:picChg>
        <pc:picChg chg="add mod">
          <ac:chgData name="Abed al Rida Hassan Nehme" userId="b0ef3417-276f-4069-bd38-8883698bac84" providerId="ADAL" clId="{D64DA7CE-AA1B-4A61-9630-7094F0849FA9}" dt="2026-01-15T17:29:30.378" v="1053"/>
          <ac:picMkLst>
            <pc:docMk/>
            <pc:sldMk cId="1882030147" sldId="267"/>
            <ac:picMk id="9" creationId="{A90D0457-0E8B-BB34-F79E-236AD8EC9F3C}"/>
          </ac:picMkLst>
        </pc:picChg>
      </pc:sldChg>
      <pc:sldChg chg="addSp delSp modSp add mod">
        <pc:chgData name="Abed al Rida Hassan Nehme" userId="b0ef3417-276f-4069-bd38-8883698bac84" providerId="ADAL" clId="{D64DA7CE-AA1B-4A61-9630-7094F0849FA9}" dt="2026-01-15T17:29:35.230" v="1055"/>
        <pc:sldMkLst>
          <pc:docMk/>
          <pc:sldMk cId="135808899" sldId="268"/>
        </pc:sldMkLst>
        <pc:spChg chg="mod">
          <ac:chgData name="Abed al Rida Hassan Nehme" userId="b0ef3417-276f-4069-bd38-8883698bac84" providerId="ADAL" clId="{D64DA7CE-AA1B-4A61-9630-7094F0849FA9}" dt="2026-01-15T16:17:08.038" v="656" actId="207"/>
          <ac:spMkLst>
            <pc:docMk/>
            <pc:sldMk cId="135808899" sldId="268"/>
            <ac:spMk id="4" creationId="{320BDC7D-358C-0759-120B-836AA7AFF762}"/>
          </ac:spMkLst>
        </pc:spChg>
        <pc:spChg chg="del mod">
          <ac:chgData name="Abed al Rida Hassan Nehme" userId="b0ef3417-276f-4069-bd38-8883698bac84" providerId="ADAL" clId="{D64DA7CE-AA1B-4A61-9630-7094F0849FA9}" dt="2026-01-15T16:17:16.327" v="658" actId="478"/>
          <ac:spMkLst>
            <pc:docMk/>
            <pc:sldMk cId="135808899" sldId="268"/>
            <ac:spMk id="6" creationId="{DF86145F-CCEE-1830-3A75-E5B5F6D58955}"/>
          </ac:spMkLst>
        </pc:spChg>
        <pc:spChg chg="mod">
          <ac:chgData name="Abed al Rida Hassan Nehme" userId="b0ef3417-276f-4069-bd38-8883698bac84" providerId="ADAL" clId="{D64DA7CE-AA1B-4A61-9630-7094F0849FA9}" dt="2026-01-15T16:17:30.203" v="665" actId="20577"/>
          <ac:spMkLst>
            <pc:docMk/>
            <pc:sldMk cId="135808899" sldId="268"/>
            <ac:spMk id="7" creationId="{B2CD5927-499E-A5D8-7D35-9EA61BF68A33}"/>
          </ac:spMkLst>
        </pc:spChg>
        <pc:spChg chg="del">
          <ac:chgData name="Abed al Rida Hassan Nehme" userId="b0ef3417-276f-4069-bd38-8883698bac84" providerId="ADAL" clId="{D64DA7CE-AA1B-4A61-9630-7094F0849FA9}" dt="2026-01-15T16:14:53.531" v="634" actId="478"/>
          <ac:spMkLst>
            <pc:docMk/>
            <pc:sldMk cId="135808899" sldId="268"/>
            <ac:spMk id="9" creationId="{7BF8508D-2574-0C1D-8A56-C2247B77BBED}"/>
          </ac:spMkLst>
        </pc:spChg>
        <pc:spChg chg="del">
          <ac:chgData name="Abed al Rida Hassan Nehme" userId="b0ef3417-276f-4069-bd38-8883698bac84" providerId="ADAL" clId="{D64DA7CE-AA1B-4A61-9630-7094F0849FA9}" dt="2026-01-15T16:14:54.835" v="635" actId="478"/>
          <ac:spMkLst>
            <pc:docMk/>
            <pc:sldMk cId="135808899" sldId="268"/>
            <ac:spMk id="10" creationId="{7A360AF3-CB7D-34C1-EF25-B20D14C63E15}"/>
          </ac:spMkLst>
        </pc:spChg>
        <pc:spChg chg="del">
          <ac:chgData name="Abed al Rida Hassan Nehme" userId="b0ef3417-276f-4069-bd38-8883698bac84" providerId="ADAL" clId="{D64DA7CE-AA1B-4A61-9630-7094F0849FA9}" dt="2026-01-15T16:14:55.911" v="636" actId="478"/>
          <ac:spMkLst>
            <pc:docMk/>
            <pc:sldMk cId="135808899" sldId="268"/>
            <ac:spMk id="11" creationId="{D9B39EA1-DE68-F03D-FA8B-186C51A78983}"/>
          </ac:spMkLst>
        </pc:spChg>
        <pc:spChg chg="mod">
          <ac:chgData name="Abed al Rida Hassan Nehme" userId="b0ef3417-276f-4069-bd38-8883698bac84" providerId="ADAL" clId="{D64DA7CE-AA1B-4A61-9630-7094F0849FA9}" dt="2026-01-15T16:17:08.038" v="656" actId="207"/>
          <ac:spMkLst>
            <pc:docMk/>
            <pc:sldMk cId="135808899" sldId="268"/>
            <ac:spMk id="12" creationId="{61653771-88C9-2ABA-D1FE-FB2F7D509A32}"/>
          </ac:spMkLst>
        </pc:spChg>
        <pc:picChg chg="add mod">
          <ac:chgData name="Abed al Rida Hassan Nehme" userId="b0ef3417-276f-4069-bd38-8883698bac84" providerId="ADAL" clId="{D64DA7CE-AA1B-4A61-9630-7094F0849FA9}" dt="2026-01-15T17:14:07.914" v="949" actId="1076"/>
          <ac:picMkLst>
            <pc:docMk/>
            <pc:sldMk cId="135808899" sldId="268"/>
            <ac:picMk id="2" creationId="{25C576EE-266C-948C-0E1E-354C7C98DF53}"/>
          </ac:picMkLst>
        </pc:picChg>
        <pc:picChg chg="del">
          <ac:chgData name="Abed al Rida Hassan Nehme" userId="b0ef3417-276f-4069-bd38-8883698bac84" providerId="ADAL" clId="{D64DA7CE-AA1B-4A61-9630-7094F0849FA9}" dt="2026-01-15T16:18:03.969" v="667" actId="478"/>
          <ac:picMkLst>
            <pc:docMk/>
            <pc:sldMk cId="135808899" sldId="268"/>
            <ac:picMk id="2" creationId="{63B25657-ABD2-120C-7DA6-2301F4AB9299}"/>
          </ac:picMkLst>
        </pc:picChg>
        <pc:picChg chg="del mod">
          <ac:chgData name="Abed al Rida Hassan Nehme" userId="b0ef3417-276f-4069-bd38-8883698bac84" providerId="ADAL" clId="{D64DA7CE-AA1B-4A61-9630-7094F0849FA9}" dt="2026-01-15T17:13:51.347" v="943" actId="478"/>
          <ac:picMkLst>
            <pc:docMk/>
            <pc:sldMk cId="135808899" sldId="268"/>
            <ac:picMk id="3" creationId="{243D20CB-0005-5729-6EAB-D57A9537D6A3}"/>
          </ac:picMkLst>
        </pc:picChg>
        <pc:picChg chg="del">
          <ac:chgData name="Abed al Rida Hassan Nehme" userId="b0ef3417-276f-4069-bd38-8883698bac84" providerId="ADAL" clId="{D64DA7CE-AA1B-4A61-9630-7094F0849FA9}" dt="2026-01-15T16:14:21.453" v="627" actId="478"/>
          <ac:picMkLst>
            <pc:docMk/>
            <pc:sldMk cId="135808899" sldId="268"/>
            <ac:picMk id="5" creationId="{6C7BEE3F-79CD-F654-B967-6FC12BFCCB1D}"/>
          </ac:picMkLst>
        </pc:picChg>
        <pc:picChg chg="add mod">
          <ac:chgData name="Abed al Rida Hassan Nehme" userId="b0ef3417-276f-4069-bd38-8883698bac84" providerId="ADAL" clId="{D64DA7CE-AA1B-4A61-9630-7094F0849FA9}" dt="2026-01-15T17:29:35.230" v="1055"/>
          <ac:picMkLst>
            <pc:docMk/>
            <pc:sldMk cId="135808899" sldId="268"/>
            <ac:picMk id="5" creationId="{E526F428-F821-A366-4D91-4164F1E757C6}"/>
          </ac:picMkLst>
        </pc:picChg>
        <pc:picChg chg="del">
          <ac:chgData name="Abed al Rida Hassan Nehme" userId="b0ef3417-276f-4069-bd38-8883698bac84" providerId="ADAL" clId="{D64DA7CE-AA1B-4A61-9630-7094F0849FA9}" dt="2026-01-15T16:14:18.661" v="626" actId="478"/>
          <ac:picMkLst>
            <pc:docMk/>
            <pc:sldMk cId="135808899" sldId="268"/>
            <ac:picMk id="8" creationId="{C116512F-8E70-8BF6-10D1-34CC5DFE7FDC}"/>
          </ac:picMkLst>
        </pc:picChg>
      </pc:sldChg>
      <pc:sldChg chg="addSp delSp modSp add mod ord">
        <pc:chgData name="Abed al Rida Hassan Nehme" userId="b0ef3417-276f-4069-bd38-8883698bac84" providerId="ADAL" clId="{D64DA7CE-AA1B-4A61-9630-7094F0849FA9}" dt="2026-01-15T17:29:36.719" v="1056"/>
        <pc:sldMkLst>
          <pc:docMk/>
          <pc:sldMk cId="574633771" sldId="269"/>
        </pc:sldMkLst>
        <pc:spChg chg="mod">
          <ac:chgData name="Abed al Rida Hassan Nehme" userId="b0ef3417-276f-4069-bd38-8883698bac84" providerId="ADAL" clId="{D64DA7CE-AA1B-4A61-9630-7094F0849FA9}" dt="2026-01-15T16:24:59.445" v="712" actId="255"/>
          <ac:spMkLst>
            <pc:docMk/>
            <pc:sldMk cId="574633771" sldId="269"/>
            <ac:spMk id="2" creationId="{8E8A9E94-8E79-9CA1-B64D-518C2F9CCA0A}"/>
          </ac:spMkLst>
        </pc:spChg>
        <pc:spChg chg="del">
          <ac:chgData name="Abed al Rida Hassan Nehme" userId="b0ef3417-276f-4069-bd38-8883698bac84" providerId="ADAL" clId="{D64DA7CE-AA1B-4A61-9630-7094F0849FA9}" dt="2026-01-15T16:25:21.777" v="715" actId="478"/>
          <ac:spMkLst>
            <pc:docMk/>
            <pc:sldMk cId="574633771" sldId="269"/>
            <ac:spMk id="3" creationId="{0A1F3F99-C9ED-29D1-1D40-AE1C34895134}"/>
          </ac:spMkLst>
        </pc:spChg>
        <pc:spChg chg="del">
          <ac:chgData name="Abed al Rida Hassan Nehme" userId="b0ef3417-276f-4069-bd38-8883698bac84" providerId="ADAL" clId="{D64DA7CE-AA1B-4A61-9630-7094F0849FA9}" dt="2026-01-15T16:25:21.777" v="715" actId="478"/>
          <ac:spMkLst>
            <pc:docMk/>
            <pc:sldMk cId="574633771" sldId="269"/>
            <ac:spMk id="4" creationId="{8AA60F8D-D37C-EC32-CF56-C0BB42BA05E3}"/>
          </ac:spMkLst>
        </pc:spChg>
        <pc:spChg chg="del">
          <ac:chgData name="Abed al Rida Hassan Nehme" userId="b0ef3417-276f-4069-bd38-8883698bac84" providerId="ADAL" clId="{D64DA7CE-AA1B-4A61-9630-7094F0849FA9}" dt="2026-01-15T16:25:21.777" v="715" actId="478"/>
          <ac:spMkLst>
            <pc:docMk/>
            <pc:sldMk cId="574633771" sldId="269"/>
            <ac:spMk id="5" creationId="{FE8BF96C-C6F1-6451-AA0A-5E00555A5397}"/>
          </ac:spMkLst>
        </pc:spChg>
        <pc:spChg chg="del">
          <ac:chgData name="Abed al Rida Hassan Nehme" userId="b0ef3417-276f-4069-bd38-8883698bac84" providerId="ADAL" clId="{D64DA7CE-AA1B-4A61-9630-7094F0849FA9}" dt="2026-01-15T16:25:21.777" v="715" actId="478"/>
          <ac:spMkLst>
            <pc:docMk/>
            <pc:sldMk cId="574633771" sldId="269"/>
            <ac:spMk id="6" creationId="{AC45437E-2A46-5B5C-2274-904916B807E0}"/>
          </ac:spMkLst>
        </pc:spChg>
        <pc:spChg chg="del">
          <ac:chgData name="Abed al Rida Hassan Nehme" userId="b0ef3417-276f-4069-bd38-8883698bac84" providerId="ADAL" clId="{D64DA7CE-AA1B-4A61-9630-7094F0849FA9}" dt="2026-01-15T16:25:21.777" v="715" actId="478"/>
          <ac:spMkLst>
            <pc:docMk/>
            <pc:sldMk cId="574633771" sldId="269"/>
            <ac:spMk id="7" creationId="{A1A5057B-4735-517F-1B40-7FFACC336286}"/>
          </ac:spMkLst>
        </pc:spChg>
        <pc:spChg chg="del">
          <ac:chgData name="Abed al Rida Hassan Nehme" userId="b0ef3417-276f-4069-bd38-8883698bac84" providerId="ADAL" clId="{D64DA7CE-AA1B-4A61-9630-7094F0849FA9}" dt="2026-01-15T16:25:21.777" v="715" actId="478"/>
          <ac:spMkLst>
            <pc:docMk/>
            <pc:sldMk cId="574633771" sldId="269"/>
            <ac:spMk id="8" creationId="{9967523C-49AB-A086-4D1A-1195E1548CA4}"/>
          </ac:spMkLst>
        </pc:spChg>
        <pc:spChg chg="del">
          <ac:chgData name="Abed al Rida Hassan Nehme" userId="b0ef3417-276f-4069-bd38-8883698bac84" providerId="ADAL" clId="{D64DA7CE-AA1B-4A61-9630-7094F0849FA9}" dt="2026-01-15T16:25:21.777" v="715" actId="478"/>
          <ac:spMkLst>
            <pc:docMk/>
            <pc:sldMk cId="574633771" sldId="269"/>
            <ac:spMk id="10" creationId="{B073BA3E-ACA6-E9A1-6C3A-7166DFB145E7}"/>
          </ac:spMkLst>
        </pc:spChg>
        <pc:spChg chg="add mod">
          <ac:chgData name="Abed al Rida Hassan Nehme" userId="b0ef3417-276f-4069-bd38-8883698bac84" providerId="ADAL" clId="{D64DA7CE-AA1B-4A61-9630-7094F0849FA9}" dt="2026-01-15T16:25:19.071" v="714" actId="571"/>
          <ac:spMkLst>
            <pc:docMk/>
            <pc:sldMk cId="574633771" sldId="269"/>
            <ac:spMk id="12" creationId="{723499E8-D61D-83E2-F08F-AA2E074B0975}"/>
          </ac:spMkLst>
        </pc:spChg>
        <pc:spChg chg="add mod">
          <ac:chgData name="Abed al Rida Hassan Nehme" userId="b0ef3417-276f-4069-bd38-8883698bac84" providerId="ADAL" clId="{D64DA7CE-AA1B-4A61-9630-7094F0849FA9}" dt="2026-01-15T16:32:21.888" v="762" actId="20577"/>
          <ac:spMkLst>
            <pc:docMk/>
            <pc:sldMk cId="574633771" sldId="269"/>
            <ac:spMk id="13" creationId="{E34A04DE-6AC5-0BA1-566C-ED606007152D}"/>
          </ac:spMkLst>
        </pc:spChg>
        <pc:spChg chg="add mod">
          <ac:chgData name="Abed al Rida Hassan Nehme" userId="b0ef3417-276f-4069-bd38-8883698bac84" providerId="ADAL" clId="{D64DA7CE-AA1B-4A61-9630-7094F0849FA9}" dt="2026-01-15T16:33:57.168" v="795" actId="20577"/>
          <ac:spMkLst>
            <pc:docMk/>
            <pc:sldMk cId="574633771" sldId="269"/>
            <ac:spMk id="14" creationId="{F93AE1F0-686E-BF2C-B3CE-591833120BF0}"/>
          </ac:spMkLst>
        </pc:spChg>
        <pc:spChg chg="add mod">
          <ac:chgData name="Abed al Rida Hassan Nehme" userId="b0ef3417-276f-4069-bd38-8883698bac84" providerId="ADAL" clId="{D64DA7CE-AA1B-4A61-9630-7094F0849FA9}" dt="2026-01-15T16:50:53.598" v="844" actId="20577"/>
          <ac:spMkLst>
            <pc:docMk/>
            <pc:sldMk cId="574633771" sldId="269"/>
            <ac:spMk id="15" creationId="{A293D97A-263B-A0FF-C38A-5EAC03F7BDD6}"/>
          </ac:spMkLst>
        </pc:spChg>
        <pc:spChg chg="add mod">
          <ac:chgData name="Abed al Rida Hassan Nehme" userId="b0ef3417-276f-4069-bd38-8883698bac84" providerId="ADAL" clId="{D64DA7CE-AA1B-4A61-9630-7094F0849FA9}" dt="2026-01-15T16:34:51.311" v="796" actId="20577"/>
          <ac:spMkLst>
            <pc:docMk/>
            <pc:sldMk cId="574633771" sldId="269"/>
            <ac:spMk id="16" creationId="{7FAB7AE2-7D08-E4DD-254D-B319EF7F2309}"/>
          </ac:spMkLst>
        </pc:spChg>
        <pc:spChg chg="add mod">
          <ac:chgData name="Abed al Rida Hassan Nehme" userId="b0ef3417-276f-4069-bd38-8883698bac84" providerId="ADAL" clId="{D64DA7CE-AA1B-4A61-9630-7094F0849FA9}" dt="2026-01-15T16:39:59.604" v="809" actId="20577"/>
          <ac:spMkLst>
            <pc:docMk/>
            <pc:sldMk cId="574633771" sldId="269"/>
            <ac:spMk id="17" creationId="{930F81FA-B609-30E5-D011-E7AEE62D478B}"/>
          </ac:spMkLst>
        </pc:spChg>
        <pc:spChg chg="add mod">
          <ac:chgData name="Abed al Rida Hassan Nehme" userId="b0ef3417-276f-4069-bd38-8883698bac84" providerId="ADAL" clId="{D64DA7CE-AA1B-4A61-9630-7094F0849FA9}" dt="2026-01-15T16:50:19.639" v="835" actId="20577"/>
          <ac:spMkLst>
            <pc:docMk/>
            <pc:sldMk cId="574633771" sldId="269"/>
            <ac:spMk id="18" creationId="{2ED0585A-9553-F32E-08F2-63623DAFC937}"/>
          </ac:spMkLst>
        </pc:spChg>
        <pc:picChg chg="add mod">
          <ac:chgData name="Abed al Rida Hassan Nehme" userId="b0ef3417-276f-4069-bd38-8883698bac84" providerId="ADAL" clId="{D64DA7CE-AA1B-4A61-9630-7094F0849FA9}" dt="2026-01-15T17:29:36.719" v="1056"/>
          <ac:picMkLst>
            <pc:docMk/>
            <pc:sldMk cId="574633771" sldId="269"/>
            <ac:picMk id="3" creationId="{4D6B6414-DBA2-E782-ABEE-F214D026B110}"/>
          </ac:picMkLst>
        </pc:picChg>
        <pc:picChg chg="del">
          <ac:chgData name="Abed al Rida Hassan Nehme" userId="b0ef3417-276f-4069-bd38-8883698bac84" providerId="ADAL" clId="{D64DA7CE-AA1B-4A61-9630-7094F0849FA9}" dt="2026-01-15T16:25:21.777" v="715" actId="478"/>
          <ac:picMkLst>
            <pc:docMk/>
            <pc:sldMk cId="574633771" sldId="269"/>
            <ac:picMk id="9" creationId="{1430DAA6-628F-E6F5-310A-949B66255506}"/>
          </ac:picMkLst>
        </pc:picChg>
        <pc:picChg chg="add mod">
          <ac:chgData name="Abed al Rida Hassan Nehme" userId="b0ef3417-276f-4069-bd38-8883698bac84" providerId="ADAL" clId="{D64DA7CE-AA1B-4A61-9630-7094F0849FA9}" dt="2026-01-15T16:32:27.224" v="764" actId="1076"/>
          <ac:picMkLst>
            <pc:docMk/>
            <pc:sldMk cId="574633771" sldId="269"/>
            <ac:picMk id="20" creationId="{FC0A99B7-2ABF-02EA-395B-FC9F0A23B8A3}"/>
          </ac:picMkLst>
        </pc:picChg>
        <pc:picChg chg="add del mod">
          <ac:chgData name="Abed al Rida Hassan Nehme" userId="b0ef3417-276f-4069-bd38-8883698bac84" providerId="ADAL" clId="{D64DA7CE-AA1B-4A61-9630-7094F0849FA9}" dt="2026-01-15T16:32:55.058" v="769" actId="478"/>
          <ac:picMkLst>
            <pc:docMk/>
            <pc:sldMk cId="574633771" sldId="269"/>
            <ac:picMk id="22" creationId="{91648E5A-C1AE-A49A-347D-0CBB9C049F87}"/>
          </ac:picMkLst>
        </pc:picChg>
        <pc:picChg chg="add del mod">
          <ac:chgData name="Abed al Rida Hassan Nehme" userId="b0ef3417-276f-4069-bd38-8883698bac84" providerId="ADAL" clId="{D64DA7CE-AA1B-4A61-9630-7094F0849FA9}" dt="2026-01-15T16:33:03.158" v="771" actId="478"/>
          <ac:picMkLst>
            <pc:docMk/>
            <pc:sldMk cId="574633771" sldId="269"/>
            <ac:picMk id="24" creationId="{8E359146-3D3B-0552-BD40-B96E8E7F8FCD}"/>
          </ac:picMkLst>
        </pc:picChg>
        <pc:picChg chg="add mod">
          <ac:chgData name="Abed al Rida Hassan Nehme" userId="b0ef3417-276f-4069-bd38-8883698bac84" providerId="ADAL" clId="{D64DA7CE-AA1B-4A61-9630-7094F0849FA9}" dt="2026-01-15T16:36:38.903" v="807" actId="1076"/>
          <ac:picMkLst>
            <pc:docMk/>
            <pc:sldMk cId="574633771" sldId="269"/>
            <ac:picMk id="26" creationId="{3949D88D-5B83-8670-5490-81FF24621482}"/>
          </ac:picMkLst>
        </pc:picChg>
        <pc:picChg chg="add del mod modCrop">
          <ac:chgData name="Abed al Rida Hassan Nehme" userId="b0ef3417-276f-4069-bd38-8883698bac84" providerId="ADAL" clId="{D64DA7CE-AA1B-4A61-9630-7094F0849FA9}" dt="2026-01-15T16:35:16.201" v="799" actId="478"/>
          <ac:picMkLst>
            <pc:docMk/>
            <pc:sldMk cId="574633771" sldId="269"/>
            <ac:picMk id="28" creationId="{F0BDCBF8-104A-E4C4-6CFC-5A65D1ADCB52}"/>
          </ac:picMkLst>
        </pc:picChg>
        <pc:picChg chg="add mod">
          <ac:chgData name="Abed al Rida Hassan Nehme" userId="b0ef3417-276f-4069-bd38-8883698bac84" providerId="ADAL" clId="{D64DA7CE-AA1B-4A61-9630-7094F0849FA9}" dt="2026-01-15T16:36:42.030" v="808" actId="1076"/>
          <ac:picMkLst>
            <pc:docMk/>
            <pc:sldMk cId="574633771" sldId="269"/>
            <ac:picMk id="30" creationId="{2CDD0162-E662-7990-9613-691D1C919D03}"/>
          </ac:picMkLst>
        </pc:picChg>
        <pc:picChg chg="add mod">
          <ac:chgData name="Abed al Rida Hassan Nehme" userId="b0ef3417-276f-4069-bd38-8883698bac84" providerId="ADAL" clId="{D64DA7CE-AA1B-4A61-9630-7094F0849FA9}" dt="2026-01-15T16:50:13.195" v="831" actId="1076"/>
          <ac:picMkLst>
            <pc:docMk/>
            <pc:sldMk cId="574633771" sldId="269"/>
            <ac:picMk id="32" creationId="{1390A52A-80A1-60EF-C86C-F3C87AD71A3E}"/>
          </ac:picMkLst>
        </pc:picChg>
        <pc:picChg chg="add mod">
          <ac:chgData name="Abed al Rida Hassan Nehme" userId="b0ef3417-276f-4069-bd38-8883698bac84" providerId="ADAL" clId="{D64DA7CE-AA1B-4A61-9630-7094F0849FA9}" dt="2026-01-15T16:50:51.071" v="842" actId="1076"/>
          <ac:picMkLst>
            <pc:docMk/>
            <pc:sldMk cId="574633771" sldId="269"/>
            <ac:picMk id="34" creationId="{C1F456E7-2A8C-B5E6-D0AD-D2D80989C3E6}"/>
          </ac:picMkLst>
        </pc:picChg>
        <pc:picChg chg="add mod">
          <ac:chgData name="Abed al Rida Hassan Nehme" userId="b0ef3417-276f-4069-bd38-8883698bac84" providerId="ADAL" clId="{D64DA7CE-AA1B-4A61-9630-7094F0849FA9}" dt="2026-01-15T16:58:38.730" v="850" actId="1076"/>
          <ac:picMkLst>
            <pc:docMk/>
            <pc:sldMk cId="574633771" sldId="269"/>
            <ac:picMk id="36" creationId="{729B2207-87C6-42A9-2368-AFF974423240}"/>
          </ac:picMkLst>
        </pc:picChg>
      </pc:sldChg>
      <pc:sldChg chg="addSp delSp modSp add mod">
        <pc:chgData name="Abed al Rida Hassan Nehme" userId="b0ef3417-276f-4069-bd38-8883698bac84" providerId="ADAL" clId="{D64DA7CE-AA1B-4A61-9630-7094F0849FA9}" dt="2026-01-15T17:38:27.982" v="1135"/>
        <pc:sldMkLst>
          <pc:docMk/>
          <pc:sldMk cId="54662605" sldId="270"/>
        </pc:sldMkLst>
        <pc:spChg chg="mod">
          <ac:chgData name="Abed al Rida Hassan Nehme" userId="b0ef3417-276f-4069-bd38-8883698bac84" providerId="ADAL" clId="{D64DA7CE-AA1B-4A61-9630-7094F0849FA9}" dt="2026-01-15T17:15:34.630" v="968" actId="14100"/>
          <ac:spMkLst>
            <pc:docMk/>
            <pc:sldMk cId="54662605" sldId="270"/>
            <ac:spMk id="4" creationId="{1AF6725B-2AFE-2A63-FF86-8E5F3C75932B}"/>
          </ac:spMkLst>
        </pc:spChg>
        <pc:spChg chg="mod">
          <ac:chgData name="Abed al Rida Hassan Nehme" userId="b0ef3417-276f-4069-bd38-8883698bac84" providerId="ADAL" clId="{D64DA7CE-AA1B-4A61-9630-7094F0849FA9}" dt="2026-01-15T17:16:08.496" v="971" actId="1076"/>
          <ac:spMkLst>
            <pc:docMk/>
            <pc:sldMk cId="54662605" sldId="270"/>
            <ac:spMk id="6" creationId="{F942A83F-DC69-ACE2-F3F5-029AE0F0F579}"/>
          </ac:spMkLst>
        </pc:spChg>
        <pc:spChg chg="mod">
          <ac:chgData name="Abed al Rida Hassan Nehme" userId="b0ef3417-276f-4069-bd38-8883698bac84" providerId="ADAL" clId="{D64DA7CE-AA1B-4A61-9630-7094F0849FA9}" dt="2026-01-15T17:16:12.173" v="972" actId="1076"/>
          <ac:spMkLst>
            <pc:docMk/>
            <pc:sldMk cId="54662605" sldId="270"/>
            <ac:spMk id="7" creationId="{58616966-9D72-F6C7-39DD-64A86404C6C1}"/>
          </ac:spMkLst>
        </pc:spChg>
        <pc:spChg chg="mod">
          <ac:chgData name="Abed al Rida Hassan Nehme" userId="b0ef3417-276f-4069-bd38-8883698bac84" providerId="ADAL" clId="{D64DA7CE-AA1B-4A61-9630-7094F0849FA9}" dt="2026-01-15T17:16:30.323" v="976" actId="1076"/>
          <ac:spMkLst>
            <pc:docMk/>
            <pc:sldMk cId="54662605" sldId="270"/>
            <ac:spMk id="8" creationId="{73B1C8A3-D2DD-47E5-8B7E-37C14B923758}"/>
          </ac:spMkLst>
        </pc:spChg>
        <pc:spChg chg="mod">
          <ac:chgData name="Abed al Rida Hassan Nehme" userId="b0ef3417-276f-4069-bd38-8883698bac84" providerId="ADAL" clId="{D64DA7CE-AA1B-4A61-9630-7094F0849FA9}" dt="2026-01-15T17:17:37.953" v="1004" actId="1076"/>
          <ac:spMkLst>
            <pc:docMk/>
            <pc:sldMk cId="54662605" sldId="270"/>
            <ac:spMk id="9" creationId="{2BD2A6B1-8DFD-63A7-5EF9-0CDDD04E56BD}"/>
          </ac:spMkLst>
        </pc:spChg>
        <pc:spChg chg="mod">
          <ac:chgData name="Abed al Rida Hassan Nehme" userId="b0ef3417-276f-4069-bd38-8883698bac84" providerId="ADAL" clId="{D64DA7CE-AA1B-4A61-9630-7094F0849FA9}" dt="2026-01-15T17:17:47.547" v="1006" actId="20577"/>
          <ac:spMkLst>
            <pc:docMk/>
            <pc:sldMk cId="54662605" sldId="270"/>
            <ac:spMk id="10" creationId="{0C933CBA-6F6B-33C0-7AE6-3038B60E07C7}"/>
          </ac:spMkLst>
        </pc:spChg>
        <pc:spChg chg="mod">
          <ac:chgData name="Abed al Rida Hassan Nehme" userId="b0ef3417-276f-4069-bd38-8883698bac84" providerId="ADAL" clId="{D64DA7CE-AA1B-4A61-9630-7094F0849FA9}" dt="2026-01-15T17:18:17.587" v="1017" actId="1076"/>
          <ac:spMkLst>
            <pc:docMk/>
            <pc:sldMk cId="54662605" sldId="270"/>
            <ac:spMk id="11" creationId="{3EDBA42D-A61D-DFA3-8CE9-AEF2518F324F}"/>
          </ac:spMkLst>
        </pc:spChg>
        <pc:spChg chg="mod">
          <ac:chgData name="Abed al Rida Hassan Nehme" userId="b0ef3417-276f-4069-bd38-8883698bac84" providerId="ADAL" clId="{D64DA7CE-AA1B-4A61-9630-7094F0849FA9}" dt="2026-01-15T17:18:17.587" v="1017" actId="1076"/>
          <ac:spMkLst>
            <pc:docMk/>
            <pc:sldMk cId="54662605" sldId="270"/>
            <ac:spMk id="12" creationId="{689270F0-87D1-4182-06A5-AE56B21639D6}"/>
          </ac:spMkLst>
        </pc:spChg>
        <pc:spChg chg="mod">
          <ac:chgData name="Abed al Rida Hassan Nehme" userId="b0ef3417-276f-4069-bd38-8883698bac84" providerId="ADAL" clId="{D64DA7CE-AA1B-4A61-9630-7094F0849FA9}" dt="2026-01-15T17:18:17.587" v="1017" actId="1076"/>
          <ac:spMkLst>
            <pc:docMk/>
            <pc:sldMk cId="54662605" sldId="270"/>
            <ac:spMk id="13" creationId="{0BF62BF5-08E6-860A-AA58-A0D58E5693FB}"/>
          </ac:spMkLst>
        </pc:spChg>
        <pc:spChg chg="mod">
          <ac:chgData name="Abed al Rida Hassan Nehme" userId="b0ef3417-276f-4069-bd38-8883698bac84" providerId="ADAL" clId="{D64DA7CE-AA1B-4A61-9630-7094F0849FA9}" dt="2026-01-15T17:18:17.587" v="1017" actId="1076"/>
          <ac:spMkLst>
            <pc:docMk/>
            <pc:sldMk cId="54662605" sldId="270"/>
            <ac:spMk id="14" creationId="{7CCF1D0A-3234-9E69-8242-4255BF150A64}"/>
          </ac:spMkLst>
        </pc:spChg>
        <pc:spChg chg="mod">
          <ac:chgData name="Abed al Rida Hassan Nehme" userId="b0ef3417-276f-4069-bd38-8883698bac84" providerId="ADAL" clId="{D64DA7CE-AA1B-4A61-9630-7094F0849FA9}" dt="2026-01-15T17:23:56.354" v="1030" actId="1076"/>
          <ac:spMkLst>
            <pc:docMk/>
            <pc:sldMk cId="54662605" sldId="270"/>
            <ac:spMk id="15" creationId="{D5621899-9FC4-B379-26AF-0236A3D05DD5}"/>
          </ac:spMkLst>
        </pc:spChg>
        <pc:spChg chg="mod">
          <ac:chgData name="Abed al Rida Hassan Nehme" userId="b0ef3417-276f-4069-bd38-8883698bac84" providerId="ADAL" clId="{D64DA7CE-AA1B-4A61-9630-7094F0849FA9}" dt="2026-01-15T17:23:53.555" v="1029" actId="20577"/>
          <ac:spMkLst>
            <pc:docMk/>
            <pc:sldMk cId="54662605" sldId="270"/>
            <ac:spMk id="16" creationId="{AFB0F28E-2284-85D0-186D-01D493DD939D}"/>
          </ac:spMkLst>
        </pc:spChg>
        <pc:spChg chg="del">
          <ac:chgData name="Abed al Rida Hassan Nehme" userId="b0ef3417-276f-4069-bd38-8883698bac84" providerId="ADAL" clId="{D64DA7CE-AA1B-4A61-9630-7094F0849FA9}" dt="2026-01-15T17:18:21.176" v="1018" actId="478"/>
          <ac:spMkLst>
            <pc:docMk/>
            <pc:sldMk cId="54662605" sldId="270"/>
            <ac:spMk id="17" creationId="{C84AD052-86A6-F69C-AA0C-BAC231A1E622}"/>
          </ac:spMkLst>
        </pc:spChg>
        <pc:spChg chg="add mod">
          <ac:chgData name="Abed al Rida Hassan Nehme" userId="b0ef3417-276f-4069-bd38-8883698bac84" providerId="ADAL" clId="{D64DA7CE-AA1B-4A61-9630-7094F0849FA9}" dt="2026-01-15T17:23:50.182" v="1028"/>
          <ac:spMkLst>
            <pc:docMk/>
            <pc:sldMk cId="54662605" sldId="270"/>
            <ac:spMk id="19" creationId="{75172FF2-7074-F869-DA86-E09A872E9FEE}"/>
          </ac:spMkLst>
        </pc:spChg>
        <pc:spChg chg="add mod">
          <ac:chgData name="Abed al Rida Hassan Nehme" userId="b0ef3417-276f-4069-bd38-8883698bac84" providerId="ADAL" clId="{D64DA7CE-AA1B-4A61-9630-7094F0849FA9}" dt="2026-01-15T17:18:34.891" v="1021" actId="571"/>
          <ac:spMkLst>
            <pc:docMk/>
            <pc:sldMk cId="54662605" sldId="270"/>
            <ac:spMk id="20" creationId="{7D498BB2-4239-5F48-BFC2-18E7270FCDAC}"/>
          </ac:spMkLst>
        </pc:spChg>
        <pc:spChg chg="add mod">
          <ac:chgData name="Abed al Rida Hassan Nehme" userId="b0ef3417-276f-4069-bd38-8883698bac84" providerId="ADAL" clId="{D64DA7CE-AA1B-4A61-9630-7094F0849FA9}" dt="2026-01-15T17:24:20.727" v="1036"/>
          <ac:spMkLst>
            <pc:docMk/>
            <pc:sldMk cId="54662605" sldId="270"/>
            <ac:spMk id="21" creationId="{F96BB62C-864C-8AD8-E4F5-893DE38550D9}"/>
          </ac:spMkLst>
        </pc:spChg>
        <pc:spChg chg="add mod">
          <ac:chgData name="Abed al Rida Hassan Nehme" userId="b0ef3417-276f-4069-bd38-8883698bac84" providerId="ADAL" clId="{D64DA7CE-AA1B-4A61-9630-7094F0849FA9}" dt="2026-01-15T17:24:06.111" v="1033" actId="571"/>
          <ac:spMkLst>
            <pc:docMk/>
            <pc:sldMk cId="54662605" sldId="270"/>
            <ac:spMk id="22" creationId="{EB251D3C-8AD7-4CE0-3ED5-EAD4D67D0DC7}"/>
          </ac:spMkLst>
        </pc:spChg>
        <pc:graphicFrameChg chg="add mod">
          <ac:chgData name="Abed al Rida Hassan Nehme" userId="b0ef3417-276f-4069-bd38-8883698bac84" providerId="ADAL" clId="{D64DA7CE-AA1B-4A61-9630-7094F0849FA9}" dt="2026-01-15T17:38:27.982" v="1135"/>
          <ac:graphicFrameMkLst>
            <pc:docMk/>
            <pc:sldMk cId="54662605" sldId="270"/>
            <ac:graphicFrameMk id="28" creationId="{7A35D981-2364-EDE3-1369-6DF69764F30D}"/>
          </ac:graphicFrameMkLst>
        </pc:graphicFrameChg>
        <pc:picChg chg="mod">
          <ac:chgData name="Abed al Rida Hassan Nehme" userId="b0ef3417-276f-4069-bd38-8883698bac84" providerId="ADAL" clId="{D64DA7CE-AA1B-4A61-9630-7094F0849FA9}" dt="2026-01-15T17:35:45.441" v="1096" actId="1076"/>
          <ac:picMkLst>
            <pc:docMk/>
            <pc:sldMk cId="54662605" sldId="270"/>
            <ac:picMk id="2" creationId="{ADDAFF2C-DA8B-60C7-8DB7-E012E2E85E7C}"/>
          </ac:picMkLst>
        </pc:picChg>
        <pc:picChg chg="del">
          <ac:chgData name="Abed al Rida Hassan Nehme" userId="b0ef3417-276f-4069-bd38-8883698bac84" providerId="ADAL" clId="{D64DA7CE-AA1B-4A61-9630-7094F0849FA9}" dt="2026-01-15T17:24:59.041" v="1037" actId="478"/>
          <ac:picMkLst>
            <pc:docMk/>
            <pc:sldMk cId="54662605" sldId="270"/>
            <ac:picMk id="3" creationId="{720D81B9-B4A5-AD8E-5F0E-E45BE139E5E9}"/>
          </ac:picMkLst>
        </pc:picChg>
        <pc:picChg chg="add mod">
          <ac:chgData name="Abed al Rida Hassan Nehme" userId="b0ef3417-276f-4069-bd38-8883698bac84" providerId="ADAL" clId="{D64DA7CE-AA1B-4A61-9630-7094F0849FA9}" dt="2026-01-15T17:29:28.106" v="1051"/>
          <ac:picMkLst>
            <pc:docMk/>
            <pc:sldMk cId="54662605" sldId="270"/>
            <ac:picMk id="23" creationId="{2034A6EE-462A-921B-AACF-2CA4BDBA247E}"/>
          </ac:picMkLst>
        </pc:picChg>
        <pc:picChg chg="add del mod">
          <ac:chgData name="Abed al Rida Hassan Nehme" userId="b0ef3417-276f-4069-bd38-8883698bac84" providerId="ADAL" clId="{D64DA7CE-AA1B-4A61-9630-7094F0849FA9}" dt="2026-01-15T17:32:35.640" v="1076" actId="478"/>
          <ac:picMkLst>
            <pc:docMk/>
            <pc:sldMk cId="54662605" sldId="270"/>
            <ac:picMk id="25" creationId="{F7E4D062-1324-304B-1CD2-5769D28AC3DA}"/>
          </ac:picMkLst>
        </pc:picChg>
      </pc:sldChg>
      <pc:sldChg chg="add del">
        <pc:chgData name="Abed al Rida Hassan Nehme" userId="b0ef3417-276f-4069-bd38-8883698bac84" providerId="ADAL" clId="{D64DA7CE-AA1B-4A61-9630-7094F0849FA9}" dt="2026-01-15T16:22:29.866" v="692" actId="47"/>
        <pc:sldMkLst>
          <pc:docMk/>
          <pc:sldMk cId="3362280636" sldId="270"/>
        </pc:sldMkLst>
      </pc:sldChg>
      <pc:sldChg chg="addSp modSp add mod ord">
        <pc:chgData name="Abed al Rida Hassan Nehme" userId="b0ef3417-276f-4069-bd38-8883698bac84" providerId="ADAL" clId="{D64DA7CE-AA1B-4A61-9630-7094F0849FA9}" dt="2026-01-15T17:47:21.014" v="1191" actId="1076"/>
        <pc:sldMkLst>
          <pc:docMk/>
          <pc:sldMk cId="1330047953" sldId="271"/>
        </pc:sldMkLst>
        <pc:spChg chg="add mod">
          <ac:chgData name="Abed al Rida Hassan Nehme" userId="b0ef3417-276f-4069-bd38-8883698bac84" providerId="ADAL" clId="{D64DA7CE-AA1B-4A61-9630-7094F0849FA9}" dt="2026-01-15T17:43:21.559" v="1144"/>
          <ac:spMkLst>
            <pc:docMk/>
            <pc:sldMk cId="1330047953" sldId="271"/>
            <ac:spMk id="5" creationId="{7BA326CF-CE94-F3C9-15B1-4114560B00CD}"/>
          </ac:spMkLst>
        </pc:spChg>
        <pc:spChg chg="mod">
          <ac:chgData name="Abed al Rida Hassan Nehme" userId="b0ef3417-276f-4069-bd38-8883698bac84" providerId="ADAL" clId="{D64DA7CE-AA1B-4A61-9630-7094F0849FA9}" dt="2026-01-15T17:47:18.859" v="1190" actId="1076"/>
          <ac:spMkLst>
            <pc:docMk/>
            <pc:sldMk cId="1330047953" sldId="271"/>
            <ac:spMk id="6" creationId="{171539CE-6C43-F8D2-0A2D-6AD520D3D7DE}"/>
          </ac:spMkLst>
        </pc:spChg>
        <pc:spChg chg="mod">
          <ac:chgData name="Abed al Rida Hassan Nehme" userId="b0ef3417-276f-4069-bd38-8883698bac84" providerId="ADAL" clId="{D64DA7CE-AA1B-4A61-9630-7094F0849FA9}" dt="2026-01-15T17:47:21.014" v="1191" actId="1076"/>
          <ac:spMkLst>
            <pc:docMk/>
            <pc:sldMk cId="1330047953" sldId="271"/>
            <ac:spMk id="8" creationId="{C41D96D8-D704-17B1-84B3-7FD1BBFFC3AC}"/>
          </ac:spMkLst>
        </pc:spChg>
        <pc:spChg chg="mod">
          <ac:chgData name="Abed al Rida Hassan Nehme" userId="b0ef3417-276f-4069-bd38-8883698bac84" providerId="ADAL" clId="{D64DA7CE-AA1B-4A61-9630-7094F0849FA9}" dt="2026-01-15T17:47:15.623" v="1189" actId="20577"/>
          <ac:spMkLst>
            <pc:docMk/>
            <pc:sldMk cId="1330047953" sldId="271"/>
            <ac:spMk id="10" creationId="{9A59830C-207C-F7AB-3B19-E2F3E1FB4616}"/>
          </ac:spMkLst>
        </pc:spChg>
        <pc:picChg chg="mod">
          <ac:chgData name="Abed al Rida Hassan Nehme" userId="b0ef3417-276f-4069-bd38-8883698bac84" providerId="ADAL" clId="{D64DA7CE-AA1B-4A61-9630-7094F0849FA9}" dt="2026-01-15T17:43:58.617" v="1154" actId="1076"/>
          <ac:picMkLst>
            <pc:docMk/>
            <pc:sldMk cId="1330047953" sldId="271"/>
            <ac:picMk id="2" creationId="{828DD1AC-F6F1-D16C-1B1E-2862C72ADA72}"/>
          </ac:picMkLst>
        </pc:picChg>
        <pc:picChg chg="mod">
          <ac:chgData name="Abed al Rida Hassan Nehme" userId="b0ef3417-276f-4069-bd38-8883698bac84" providerId="ADAL" clId="{D64DA7CE-AA1B-4A61-9630-7094F0849FA9}" dt="2026-01-15T17:44:01.275" v="1155" actId="1076"/>
          <ac:picMkLst>
            <pc:docMk/>
            <pc:sldMk cId="1330047953" sldId="271"/>
            <ac:picMk id="3" creationId="{89EF99B0-137A-0A3C-257A-F89C1973B0CC}"/>
          </ac:picMkLst>
        </pc:picChg>
        <pc:picChg chg="mod">
          <ac:chgData name="Abed al Rida Hassan Nehme" userId="b0ef3417-276f-4069-bd38-8883698bac84" providerId="ADAL" clId="{D64DA7CE-AA1B-4A61-9630-7094F0849FA9}" dt="2026-01-15T17:43:48.036" v="1153" actId="1076"/>
          <ac:picMkLst>
            <pc:docMk/>
            <pc:sldMk cId="1330047953" sldId="271"/>
            <ac:picMk id="4" creationId="{7FA0DA2F-16CD-1BB7-3FB6-5B5B3759A683}"/>
          </ac:picMkLst>
        </pc:picChg>
      </pc:sldChg>
      <pc:sldChg chg="addSp delSp modSp add mod ord">
        <pc:chgData name="Abed al Rida Hassan Nehme" userId="b0ef3417-276f-4069-bd38-8883698bac84" providerId="ADAL" clId="{D64DA7CE-AA1B-4A61-9630-7094F0849FA9}" dt="2026-01-15T17:47:08.191" v="1187" actId="1076"/>
        <pc:sldMkLst>
          <pc:docMk/>
          <pc:sldMk cId="2596549062" sldId="272"/>
        </pc:sldMkLst>
        <pc:spChg chg="add mod">
          <ac:chgData name="Abed al Rida Hassan Nehme" userId="b0ef3417-276f-4069-bd38-8883698bac84" providerId="ADAL" clId="{D64DA7CE-AA1B-4A61-9630-7094F0849FA9}" dt="2026-01-15T17:43:24.792" v="1146"/>
          <ac:spMkLst>
            <pc:docMk/>
            <pc:sldMk cId="2596549062" sldId="272"/>
            <ac:spMk id="2" creationId="{A9B6DC00-1DB5-2E1A-B36B-E04A1E882662}"/>
          </ac:spMkLst>
        </pc:spChg>
        <pc:spChg chg="mod">
          <ac:chgData name="Abed al Rida Hassan Nehme" userId="b0ef3417-276f-4069-bd38-8883698bac84" providerId="ADAL" clId="{D64DA7CE-AA1B-4A61-9630-7094F0849FA9}" dt="2026-01-15T17:45:39.202" v="1174" actId="207"/>
          <ac:spMkLst>
            <pc:docMk/>
            <pc:sldMk cId="2596549062" sldId="272"/>
            <ac:spMk id="3" creationId="{EBF0F375-DFA7-890B-1D47-546172EA68B0}"/>
          </ac:spMkLst>
        </pc:spChg>
        <pc:spChg chg="mod">
          <ac:chgData name="Abed al Rida Hassan Nehme" userId="b0ef3417-276f-4069-bd38-8883698bac84" providerId="ADAL" clId="{D64DA7CE-AA1B-4A61-9630-7094F0849FA9}" dt="2026-01-15T17:47:08.191" v="1187" actId="1076"/>
          <ac:spMkLst>
            <pc:docMk/>
            <pc:sldMk cId="2596549062" sldId="272"/>
            <ac:spMk id="5" creationId="{45F488ED-8907-1E15-A686-502BCE63B42F}"/>
          </ac:spMkLst>
        </pc:spChg>
        <pc:picChg chg="mod">
          <ac:chgData name="Abed al Rida Hassan Nehme" userId="b0ef3417-276f-4069-bd38-8883698bac84" providerId="ADAL" clId="{D64DA7CE-AA1B-4A61-9630-7094F0849FA9}" dt="2026-01-15T17:45:29.361" v="1172" actId="1076"/>
          <ac:picMkLst>
            <pc:docMk/>
            <pc:sldMk cId="2596549062" sldId="272"/>
            <ac:picMk id="7" creationId="{6B2E4652-8963-215E-889D-C672E6774B34}"/>
          </ac:picMkLst>
        </pc:picChg>
        <pc:picChg chg="del">
          <ac:chgData name="Abed al Rida Hassan Nehme" userId="b0ef3417-276f-4069-bd38-8883698bac84" providerId="ADAL" clId="{D64DA7CE-AA1B-4A61-9630-7094F0849FA9}" dt="2026-01-15T17:43:35.036" v="1151" actId="478"/>
          <ac:picMkLst>
            <pc:docMk/>
            <pc:sldMk cId="2596549062" sldId="272"/>
            <ac:picMk id="1026" creationId="{C5CAE4C7-304D-E0A5-FAD2-7D04FDBF2ADE}"/>
          </ac:picMkLst>
        </pc:picChg>
      </pc:sldChg>
      <pc:sldChg chg="addSp modSp new mod">
        <pc:chgData name="Abed al Rida Hassan Nehme" userId="b0ef3417-276f-4069-bd38-8883698bac84" providerId="ADAL" clId="{D64DA7CE-AA1B-4A61-9630-7094F0849FA9}" dt="2026-01-15T17:48:27.101" v="1216" actId="1076"/>
        <pc:sldMkLst>
          <pc:docMk/>
          <pc:sldMk cId="201945762" sldId="273"/>
        </pc:sldMkLst>
        <pc:spChg chg="add mod">
          <ac:chgData name="Abed al Rida Hassan Nehme" userId="b0ef3417-276f-4069-bd38-8883698bac84" providerId="ADAL" clId="{D64DA7CE-AA1B-4A61-9630-7094F0849FA9}" dt="2026-01-15T17:48:27.101" v="1216" actId="1076"/>
          <ac:spMkLst>
            <pc:docMk/>
            <pc:sldMk cId="201945762" sldId="273"/>
            <ac:spMk id="2" creationId="{DC61CDDC-A8ED-CEA3-E50F-C85D48F4D6F2}"/>
          </ac:spMkLst>
        </pc:spChg>
        <pc:spChg chg="add mod">
          <ac:chgData name="Abed al Rida Hassan Nehme" userId="b0ef3417-276f-4069-bd38-8883698bac84" providerId="ADAL" clId="{D64DA7CE-AA1B-4A61-9630-7094F0849FA9}" dt="2026-01-15T17:48:20.418" v="1214"/>
          <ac:spMkLst>
            <pc:docMk/>
            <pc:sldMk cId="201945762" sldId="273"/>
            <ac:spMk id="3" creationId="{B949834D-5A2B-B3D5-CE24-32A198190EF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Data split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A17D-47BD-B3C3-B7142194C34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A17D-47BD-B3C3-B7142194C34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</c:dPt>
          <c:dLbls>
            <c:dLbl>
              <c:idx val="0"/>
              <c:layout>
                <c:manualLayout>
                  <c:x val="-0.25339911591329506"/>
                  <c:y val="-0.1130875087147290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7D-47BD-B3C3-B7142194C34D}"/>
                </c:ext>
              </c:extLst>
            </c:dLbl>
            <c:dLbl>
              <c:idx val="1"/>
              <c:layout>
                <c:manualLayout>
                  <c:x val="0.1613785872854093"/>
                  <c:y val="-0.1122805305265234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7D-47BD-B3C3-B7142194C3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Dela Gothic One" panose="020B0604020202020204" charset="-128"/>
                    <a:ea typeface="Dela Gothic One" panose="020B0604020202020204" charset="-128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training </c:v>
                </c:pt>
                <c:pt idx="1">
                  <c:v>validation</c:v>
                </c:pt>
                <c:pt idx="2">
                  <c:v>testing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0.2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7D-47BD-B3C3-B7142194C34D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393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4E85-0509-E682-C9B8-E5256FBD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D70C4-3311-47A6-416B-C76DF98D0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C5972-D596-3F37-F4FA-BB58D524F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A050A-BD20-5D79-7BE3-67ED5D902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66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CDBD4-A3A8-AC90-B220-D57C7559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C8277-0476-5684-EADA-ABB074BA8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7D2C0-BEFE-469D-36F9-272E80FE4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048E6-D027-5793-60DA-553FDAB0B0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96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FD4FD-7550-16E4-29DF-50A70601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168DE-01FA-676B-0442-A1276B9B0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9EB3A-3AA9-A49A-8C11-CC2B36FBD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BE92E-2CA1-32CB-E273-C08775B76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99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microsoft.com/office/2007/relationships/hdphoto" Target="../media/hdphoto4.wdp"/><Relationship Id="rId11" Type="http://schemas.microsoft.com/office/2007/relationships/hdphoto" Target="../media/hdphoto6.wdp"/><Relationship Id="rId5" Type="http://schemas.openxmlformats.org/officeDocument/2006/relationships/image" Target="../media/image32.png"/><Relationship Id="rId10" Type="http://schemas.openxmlformats.org/officeDocument/2006/relationships/image" Target="../media/image35.png"/><Relationship Id="rId4" Type="http://schemas.microsoft.com/office/2007/relationships/hdphoto" Target="../media/hdphoto3.wdp"/><Relationship Id="rId9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67220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AI-Based Detection of SYN Flood DDoS Attacks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079194"/>
            <a:ext cx="131137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Deep Learning Security Solution Using Huawei MindSpore</a:t>
            </a:r>
            <a:endParaRPr lang="en-US" sz="355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454425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Huawei ICT Competition 2025-2026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515272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Architecture: ResNeXt50-32x4d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58309" y="572512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Framework: Huawei MindSpore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58309" y="631555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Achieved Accuracy: </a:t>
            </a: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97.5%+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CA2E44-EE34-3329-9FA9-FAF68ADE73D8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1D358C7-F27D-4DEC-8F67-44B6F9367374}"/>
              </a:ext>
            </a:extLst>
          </p:cNvPr>
          <p:cNvSpPr/>
          <p:nvPr/>
        </p:nvSpPr>
        <p:spPr>
          <a:xfrm>
            <a:off x="8041594" y="4526790"/>
            <a:ext cx="4708635" cy="317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Bef>
                <a:spcPts val="1800"/>
              </a:spcBef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 TEAM </a:t>
            </a:r>
            <a:r>
              <a:rPr lang="en-US" sz="1700" dirty="0">
                <a:solidFill>
                  <a:srgbClr val="740B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 SHIELD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Instructor</a:t>
            </a:r>
            <a:r>
              <a:rPr lang="en-US" sz="1700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</a:t>
            </a:r>
            <a:r>
              <a:rPr lang="en-US" sz="1700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dirty="0">
                <a:solidFill>
                  <a:srgbClr val="740B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</a:t>
            </a:r>
            <a:r>
              <a:rPr lang="en-US" sz="1700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Nassar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n-US" sz="1700" dirty="0">
                <a:solidFill>
                  <a:srgbClr val="740B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Mohammad</a:t>
            </a:r>
            <a:r>
              <a:rPr lang="en-US" sz="1700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Farhat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n-US" sz="1700" dirty="0" err="1">
                <a:solidFill>
                  <a:srgbClr val="740B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Wafik</a:t>
            </a:r>
            <a:r>
              <a:rPr lang="en-US" sz="1700" dirty="0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Ibrahim</a:t>
            </a:r>
          </a:p>
          <a:p>
            <a:pPr marL="0" indent="0" algn="l">
              <a:spcBef>
                <a:spcPts val="1800"/>
              </a:spcBef>
              <a:buNone/>
            </a:pPr>
            <a:r>
              <a:rPr lang="en-US" sz="1700" dirty="0">
                <a:solidFill>
                  <a:srgbClr val="740B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Abed Al Rida </a:t>
            </a: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Nehme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F1BEB0-9F2D-6EA6-2D5C-9010265D1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E7BF80-5AC2-C275-A59B-4B3C3FFA8BFD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52614B-7F78-5A25-E0AE-56D88AE08239}"/>
              </a:ext>
            </a:extLst>
          </p:cNvPr>
          <p:cNvSpPr txBox="1"/>
          <p:nvPr/>
        </p:nvSpPr>
        <p:spPr>
          <a:xfrm>
            <a:off x="852754" y="757373"/>
            <a:ext cx="7315200" cy="767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OUTLINE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F1756D-597D-72AD-F5FF-4F6C99A9B430}"/>
              </a:ext>
            </a:extLst>
          </p:cNvPr>
          <p:cNvSpPr/>
          <p:nvPr/>
        </p:nvSpPr>
        <p:spPr>
          <a:xfrm>
            <a:off x="852754" y="1849546"/>
            <a:ext cx="3113071" cy="554607"/>
          </a:xfrm>
          <a:prstGeom prst="roundRect">
            <a:avLst/>
          </a:prstGeom>
          <a:solidFill>
            <a:srgbClr val="740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1-Background &amp; Motivation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98E3A0-E429-16DD-D568-5FEC1443E4E6}"/>
              </a:ext>
            </a:extLst>
          </p:cNvPr>
          <p:cNvSpPr/>
          <p:nvPr/>
        </p:nvSpPr>
        <p:spPr>
          <a:xfrm>
            <a:off x="852754" y="2503668"/>
            <a:ext cx="4150761" cy="554607"/>
          </a:xfrm>
          <a:prstGeom prst="roundRect">
            <a:avLst/>
          </a:prstGeom>
          <a:solidFill>
            <a:srgbClr val="740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2-Related Work &amp; Methodology Base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8950304-F5C4-B17E-0DA7-4AF19B4228FF}"/>
              </a:ext>
            </a:extLst>
          </p:cNvPr>
          <p:cNvSpPr/>
          <p:nvPr/>
        </p:nvSpPr>
        <p:spPr>
          <a:xfrm>
            <a:off x="852753" y="3157790"/>
            <a:ext cx="5198725" cy="554607"/>
          </a:xfrm>
          <a:prstGeom prst="roundRect">
            <a:avLst/>
          </a:prstGeom>
          <a:solidFill>
            <a:srgbClr val="740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3-Proposed System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9689F12-39C3-FE6D-DFF0-D21EEA32AC71}"/>
              </a:ext>
            </a:extLst>
          </p:cNvPr>
          <p:cNvSpPr/>
          <p:nvPr/>
        </p:nvSpPr>
        <p:spPr>
          <a:xfrm>
            <a:off x="852753" y="3811912"/>
            <a:ext cx="6236415" cy="554607"/>
          </a:xfrm>
          <a:prstGeom prst="roundRect">
            <a:avLst/>
          </a:prstGeom>
          <a:solidFill>
            <a:srgbClr val="740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4-Dataset &amp; Preprocessing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418F023-4498-8223-D0C9-42510E9C1CB3}"/>
              </a:ext>
            </a:extLst>
          </p:cNvPr>
          <p:cNvSpPr/>
          <p:nvPr/>
        </p:nvSpPr>
        <p:spPr>
          <a:xfrm>
            <a:off x="852754" y="4466034"/>
            <a:ext cx="7274104" cy="554607"/>
          </a:xfrm>
          <a:prstGeom prst="roundRect">
            <a:avLst/>
          </a:prstGeom>
          <a:solidFill>
            <a:srgbClr val="740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5-Model &amp; </a:t>
            </a:r>
            <a:r>
              <a:rPr lang="en-US" sz="1400" dirty="0" err="1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MindSpore</a:t>
            </a:r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 Implementation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ADC5627-68E6-3CB5-D3E2-9186656B0A78}"/>
              </a:ext>
            </a:extLst>
          </p:cNvPr>
          <p:cNvSpPr/>
          <p:nvPr/>
        </p:nvSpPr>
        <p:spPr>
          <a:xfrm>
            <a:off x="852754" y="5120156"/>
            <a:ext cx="8311794" cy="554607"/>
          </a:xfrm>
          <a:prstGeom prst="roundRect">
            <a:avLst/>
          </a:prstGeom>
          <a:solidFill>
            <a:srgbClr val="740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6-Experimental Results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825C28D-C7D4-0320-5B9C-C73B7FC8039D}"/>
              </a:ext>
            </a:extLst>
          </p:cNvPr>
          <p:cNvSpPr/>
          <p:nvPr/>
        </p:nvSpPr>
        <p:spPr>
          <a:xfrm>
            <a:off x="852754" y="5774278"/>
            <a:ext cx="9349484" cy="554607"/>
          </a:xfrm>
          <a:prstGeom prst="roundRect">
            <a:avLst/>
          </a:prstGeom>
          <a:solidFill>
            <a:srgbClr val="740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7-Importance &amp; Industrial Impact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F77040D-1584-DDB2-A830-A21D02B48540}"/>
              </a:ext>
            </a:extLst>
          </p:cNvPr>
          <p:cNvSpPr/>
          <p:nvPr/>
        </p:nvSpPr>
        <p:spPr>
          <a:xfrm>
            <a:off x="852752" y="6428400"/>
            <a:ext cx="10387176" cy="554607"/>
          </a:xfrm>
          <a:prstGeom prst="roundRect">
            <a:avLst/>
          </a:prstGeom>
          <a:solidFill>
            <a:srgbClr val="740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8-Conclusion &amp; Future Work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27E7510-1876-ECE7-5009-534F2A901AE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375" b="91761" l="4857" r="89625">
                        <a14:foregroundMark x1="71082" y1="43182" x2="77263" y2="30114"/>
                        <a14:foregroundMark x1="77263" y1="30114" x2="69095" y2="44886"/>
                        <a14:foregroundMark x1="69095" y1="44886" x2="73731" y2="43182"/>
                        <a14:foregroundMark x1="76821" y1="23580" x2="77925" y2="26705"/>
                        <a14:foregroundMark x1="74614" y1="23580" x2="75055" y2="24432"/>
                        <a14:foregroundMark x1="11131" y1="88707" x2="10576" y2="89489"/>
                        <a14:foregroundMark x1="21854" y1="73580" x2="19767" y2="76524"/>
                        <a14:foregroundMark x1="18847" y1="70455" x2="22629" y2="61831"/>
                        <a14:foregroundMark x1="17173" y1="74272" x2="18847" y2="70455"/>
                        <a14:foregroundMark x1="12708" y1="84453" x2="12767" y2="84319"/>
                        <a14:foregroundMark x1="10499" y1="89489" x2="10914" y2="88543"/>
                        <a14:foregroundMark x1="33420" y1="49580" x2="33554" y2="49432"/>
                        <a14:foregroundMark x1="32004" y1="51136" x2="32218" y2="50901"/>
                        <a14:foregroundMark x1="29976" y1="53365" x2="32004" y2="51136"/>
                        <a14:foregroundMark x1="24265" y1="59643" x2="26948" y2="56694"/>
                        <a14:foregroundMark x1="11360" y1="83061" x2="11218" y2="83480"/>
                        <a14:foregroundMark x1="8611" y1="86650" x2="6623" y2="84943"/>
                        <a14:foregroundMark x1="7726" y1="90341" x2="6402" y2="92045"/>
                        <a14:foregroundMark x1="5122" y1="88352" x2="4945" y2="89489"/>
                        <a14:foregroundMark x1="5254" y1="87500" x2="5122" y2="88352"/>
                        <a14:foregroundMark x1="5740" y1="81534" x2="5519" y2="83807"/>
                        <a14:foregroundMark x1="11479" y1="75568" x2="11479" y2="75568"/>
                        <a14:foregroundMark x1="13466" y1="72159" x2="13466" y2="72159"/>
                        <a14:foregroundMark x1="15673" y1="79261" x2="15673" y2="79261"/>
                        <a14:foregroundMark x1="14349" y1="80966" x2="14349" y2="80966"/>
                        <a14:backgroundMark x1="30022" y1="53409" x2="27373" y2="57102"/>
                        <a14:backgroundMark x1="24283" y1="59659" x2="22737" y2="61932"/>
                        <a14:backgroundMark x1="32671" y1="51136" x2="32671" y2="51136"/>
                        <a14:backgroundMark x1="33554" y1="49716" x2="32450" y2="51136"/>
                        <a14:backgroundMark x1="18102" y1="70455" x2="18102" y2="70455"/>
                        <a14:backgroundMark x1="14570" y1="83239" x2="13466" y2="84943"/>
                        <a14:backgroundMark x1="11921" y1="86932" x2="11038" y2="88636"/>
                        <a14:backgroundMark x1="12362" y1="85511" x2="11258" y2="87784"/>
                        <a14:backgroundMark x1="13024" y1="84659" x2="11921" y2="87216"/>
                        <a14:backgroundMark x1="16501" y1="80966" x2="15011" y2="82670"/>
                        <a14:backgroundMark x1="16998" y1="80398" x2="16501" y2="80966"/>
                        <a14:backgroundMark x1="18544" y1="79261" x2="17219" y2="80966"/>
                        <a14:backgroundMark x1="18985" y1="78693" x2="18544" y2="79261"/>
                        <a14:backgroundMark x1="19647" y1="76420" x2="17881" y2="79261"/>
                        <a14:backgroundMark x1="12583" y1="80966" x2="12362" y2="81250"/>
                        <a14:backgroundMark x1="13907" y1="79261" x2="12583" y2="80966"/>
                        <a14:backgroundMark x1="4857" y1="86080" x2="4857" y2="87500"/>
                        <a14:backgroundMark x1="7285" y1="89489" x2="7285" y2="90057"/>
                        <a14:backgroundMark x1="5740" y1="84375" x2="5740" y2="84375"/>
                        <a14:backgroundMark x1="5740" y1="88352" x2="5740" y2="88352"/>
                        <a14:backgroundMark x1="17660" y1="76420" x2="15894" y2="77557"/>
                      </a14:backgroundRemoval>
                    </a14:imgEffect>
                    <a14:imgEffect>
                      <a14:colorTemperature colorTemp="11192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925622" flipH="1">
            <a:off x="5717571" y="1343707"/>
            <a:ext cx="3647325" cy="3353268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ACC846-4F68-00FB-5ED7-FA19F6075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6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98905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Data Matters in the Digital Era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758309" y="2739390"/>
            <a:ext cx="7627382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5000"/>
            </a:srgbClr>
          </a:solidFill>
          <a:ln w="3048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27829" y="2739390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096804" y="2986445"/>
            <a:ext cx="423993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Massive Data Generation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96804" y="3472577"/>
            <a:ext cx="704183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systems, networks, and users continuously produce vast amounts of traffic data.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58309" y="4629626"/>
            <a:ext cx="7627382" cy="1673662"/>
          </a:xfrm>
          <a:prstGeom prst="roundRect">
            <a:avLst>
              <a:gd name="adj" fmla="val 8742"/>
            </a:avLst>
          </a:prstGeom>
          <a:solidFill>
            <a:srgbClr val="0A0A0A">
              <a:alpha val="95000"/>
            </a:srgbClr>
          </a:solidFill>
          <a:ln w="3048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27829" y="4629626"/>
            <a:ext cx="121920" cy="1673662"/>
          </a:xfrm>
          <a:prstGeom prst="roundRect">
            <a:avLst>
              <a:gd name="adj" fmla="val 74638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096804" y="4876681"/>
            <a:ext cx="442638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Foundation of Intelligence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6804" y="5362813"/>
            <a:ext cx="704183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crucial for decision-making, automation, intelligence, and security monitoring.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58309" y="654700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the foundation of modern digital intelligence — without data, AI and security cannot exist.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0BDAF7-C5F8-7D4B-C54F-09861C854927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8588F3-5FA0-B8C2-F830-58C04B34B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93044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Growing Importance of Cybersecurity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438287"/>
            <a:ext cx="765679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transformation expands attack surfaces, making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systems vulnerable.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4326612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Service downtime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4749046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losses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58309" y="5171480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Reputation damage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58309" y="5593913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National infrastructure risks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8309" y="6135529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systems become smarter, attacks become more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sophisticated.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057" y="3222804"/>
            <a:ext cx="7491806" cy="3745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51357" y="6194941"/>
            <a:ext cx="49282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2DCD6-1C33-DFFA-D8DA-9442796318C1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C17DFF-DF52-1E55-EFE2-D24FAB2BC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" r="-16219"/>
          <a:stretch>
            <a:fillRect/>
          </a:stretch>
        </p:blipFill>
        <p:spPr>
          <a:xfrm>
            <a:off x="0" y="-1"/>
            <a:ext cx="17003200" cy="448520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 l="2660"/>
          <a:stretch>
            <a:fillRect/>
          </a:stretch>
        </p:blipFill>
        <p:spPr>
          <a:xfrm>
            <a:off x="52547" y="1064373"/>
            <a:ext cx="5411510" cy="334494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4608671"/>
            <a:ext cx="9450705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</a:t>
            </a:r>
            <a:r>
              <a:rPr lang="en-US" sz="42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Focus</a:t>
            </a:r>
            <a:r>
              <a:rPr lang="en-US" sz="4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on </a:t>
            </a:r>
            <a:r>
              <a:rPr lang="en-US" sz="4250" dirty="0">
                <a:solidFill>
                  <a:srgbClr val="740B0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DDoS</a:t>
            </a:r>
            <a:r>
              <a:rPr lang="en-US" sz="4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Attacks?</a:t>
            </a:r>
            <a:endParaRPr lang="en-US" sz="4250" dirty="0"/>
          </a:p>
        </p:txBody>
      </p:sp>
      <p:sp>
        <p:nvSpPr>
          <p:cNvPr id="5" name="Shape 1"/>
          <p:cNvSpPr/>
          <p:nvPr/>
        </p:nvSpPr>
        <p:spPr>
          <a:xfrm>
            <a:off x="758309" y="5594390"/>
            <a:ext cx="4234101" cy="1885831"/>
          </a:xfrm>
          <a:prstGeom prst="roundRect">
            <a:avLst>
              <a:gd name="adj" fmla="val 458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971669" y="5807750"/>
            <a:ext cx="2954774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Availability Target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971669" y="6269712"/>
            <a:ext cx="380738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DDoS attacks aim to compromise system availability, not data theft.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198150" y="5594390"/>
            <a:ext cx="4234101" cy="1885831"/>
          </a:xfrm>
          <a:prstGeom prst="roundRect">
            <a:avLst>
              <a:gd name="adj" fmla="val 458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411510" y="5807750"/>
            <a:ext cx="3807381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Easy to Launch, Hard to Stop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411510" y="6608207"/>
            <a:ext cx="380738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attacks are simple to initiate but challenging to mitigate effectively.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9637990" y="5594390"/>
            <a:ext cx="4234101" cy="1885831"/>
          </a:xfrm>
          <a:prstGeom prst="roundRect">
            <a:avLst>
              <a:gd name="adj" fmla="val 4584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851350" y="5807750"/>
            <a:ext cx="3180517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Widespread Impact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9851350" y="6269712"/>
            <a:ext cx="3807381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affect websites, cloud services, and enterprise networks globally.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A1C306-A549-6B72-6A17-BFF01F4264AF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13C844-BBFC-8758-E3D3-CD865D548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5855" y="177798"/>
            <a:ext cx="3197146" cy="42175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FEB6DD-A9E9-12E5-66BA-EAE7C9C66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3001" y="1200711"/>
            <a:ext cx="5913054" cy="3194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66482E-47BB-BDBD-7A2F-436FB6B380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91803"/>
            <a:ext cx="843307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SYN Flood Attacks?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324338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 Flood attacks exploit the </a:t>
            </a: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TCP handshake mechanism</a:t>
            </a: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sending numerous SYN requests without completion.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212663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exhausts server connection resources, blocking legitimate users.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4122658"/>
            <a:ext cx="337006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It’s Dangerous: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58309" y="469546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 to distinguish from normal traffic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58309" y="511790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 attacker resources required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8309" y="5540335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in real-world attacks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139" y="2373154"/>
            <a:ext cx="6292572" cy="45209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873EB1-74A5-4D15-96BA-0AF115AEB51B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B93F7F-AE0A-8045-7B98-2B331DFB9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48" y="1574602"/>
            <a:ext cx="6773704" cy="50802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73509" y="628650"/>
            <a:ext cx="57985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Artificial Intelligence in Cybersecurity?</a:t>
            </a:r>
            <a:endParaRPr lang="en-US" sz="4450" dirty="0">
              <a:solidFill>
                <a:schemeClr val="bg1"/>
              </a:solidFill>
            </a:endParaRPr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509" y="3091696"/>
            <a:ext cx="1083231" cy="161270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373314" y="3308271"/>
            <a:ext cx="342471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Traditional Security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9373314" y="3794403"/>
            <a:ext cx="449877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Rule-based, signature-based, static, and inflexible methods.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3509" y="4704398"/>
            <a:ext cx="1083231" cy="195941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373314" y="4920972"/>
            <a:ext cx="35068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AI-Enabled Security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9373314" y="5407104"/>
            <a:ext cx="449877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recognition, adaptive detection, learning from data, and detection of unknown attacks.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1" name="Text 5"/>
          <p:cNvSpPr/>
          <p:nvPr/>
        </p:nvSpPr>
        <p:spPr>
          <a:xfrm>
            <a:off x="8073509" y="6907530"/>
            <a:ext cx="57985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allows systems to </a:t>
            </a:r>
            <a:r>
              <a:rPr lang="en-US" sz="17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 attacks instead of memorizing them</a:t>
            </a: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6CADE5-E174-51C1-7E68-BD9B3793BF07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07DDCE-6237-9B60-1C7A-841B613EB3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395" y="2280067"/>
            <a:ext cx="5984798" cy="454124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931188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Deep Learning for DDoS Detection?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758309" y="2681526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01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6" name="Shape 2"/>
          <p:cNvSpPr/>
          <p:nvPr/>
        </p:nvSpPr>
        <p:spPr>
          <a:xfrm>
            <a:off x="758309" y="3019068"/>
            <a:ext cx="3705344" cy="3048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758309" y="3188256"/>
            <a:ext cx="370534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Complex Pattern Recognition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758309" y="4030623"/>
            <a:ext cx="370534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excels at identifying intricate patterns in high-dimensional data.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4680228" y="2681526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02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4680228" y="3019068"/>
            <a:ext cx="3705463" cy="3048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680228" y="3188256"/>
            <a:ext cx="370546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 Traffic Patterns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4680228" y="4030623"/>
            <a:ext cx="370546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traffic can be converted into images, allowing CNNs to detect attack patterns effectively.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58309" y="5449729"/>
            <a:ext cx="216575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03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58309" y="5787271"/>
            <a:ext cx="7627382" cy="30480"/>
          </a:xfrm>
          <a:prstGeom prst="rect">
            <a:avLst/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58309" y="5956459"/>
            <a:ext cx="527458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Manual Feature Engineering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758309" y="6442591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models automatically learn relevant features, reducing manual effort.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DC20EB-BD7C-2529-CF24-1F1121449D07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027A33-94E6-D445-9FA6-531B6323D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388870"/>
            <a:ext cx="6477000" cy="3451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073509" y="631746"/>
            <a:ext cx="5798582" cy="181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ResNet and ResNeXt Architectures?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5" name="Shape 1"/>
          <p:cNvSpPr/>
          <p:nvPr/>
        </p:nvSpPr>
        <p:spPr>
          <a:xfrm>
            <a:off x="8073509" y="3001208"/>
            <a:ext cx="5798582" cy="1669852"/>
          </a:xfrm>
          <a:prstGeom prst="roundRect">
            <a:avLst>
              <a:gd name="adj" fmla="val 6571"/>
            </a:avLst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hape 2"/>
          <p:cNvSpPr/>
          <p:nvPr/>
        </p:nvSpPr>
        <p:spPr>
          <a:xfrm>
            <a:off x="8073509" y="2978348"/>
            <a:ext cx="5798582" cy="91440"/>
          </a:xfrm>
          <a:prstGeom prst="roundRect">
            <a:avLst>
              <a:gd name="adj" fmla="val 84589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10696575" y="2724983"/>
            <a:ext cx="552450" cy="552450"/>
          </a:xfrm>
          <a:prstGeom prst="roundRect">
            <a:avLst>
              <a:gd name="adj" fmla="val 16551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0862310" y="2863096"/>
            <a:ext cx="2209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8280440" y="3461504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ResNet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8280440" y="3874770"/>
            <a:ext cx="538472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Solves deep network training issues, offering proven stability and accuracy.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8073509" y="5131356"/>
            <a:ext cx="5798582" cy="1669852"/>
          </a:xfrm>
          <a:prstGeom prst="roundRect">
            <a:avLst>
              <a:gd name="adj" fmla="val 6571"/>
            </a:avLst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73509" y="5108496"/>
            <a:ext cx="5798582" cy="91440"/>
          </a:xfrm>
          <a:prstGeom prst="roundRect">
            <a:avLst>
              <a:gd name="adj" fmla="val 84589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10696575" y="4855131"/>
            <a:ext cx="552450" cy="552450"/>
          </a:xfrm>
          <a:prstGeom prst="roundRect">
            <a:avLst>
              <a:gd name="adj" fmla="val 16551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862310" y="4993243"/>
            <a:ext cx="2209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8280440" y="5591651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ResNeXt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8280440" y="6004917"/>
            <a:ext cx="538472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Improves feature diversity and performance without increasing complexity.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8073509" y="7008376"/>
            <a:ext cx="5798582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used ResNeXt50-32x4d for its higher accuracy, efficiency, scalability, and strong support in MindCV.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256D13-7616-C981-791B-0ECA6D323BDC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0328AD-C2E1-0E6A-9557-92DE05A76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AD313-7B93-1BBF-1C3D-E4E295AC1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DDAFF2C-DA8B-60C7-8DB7-E012E2E85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39"/>
            <a:ext cx="7315200" cy="82296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AF6725B-2AFE-2A63-FF86-8E5F3C75932B}"/>
              </a:ext>
            </a:extLst>
          </p:cNvPr>
          <p:cNvSpPr/>
          <p:nvPr/>
        </p:nvSpPr>
        <p:spPr>
          <a:xfrm>
            <a:off x="8073509" y="631747"/>
            <a:ext cx="5798582" cy="63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Methodology</a:t>
            </a:r>
            <a:endParaRPr lang="en-US" sz="3800" dirty="0">
              <a:solidFill>
                <a:schemeClr val="bg1"/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F4E79CD-CCE2-F389-C9AD-728E4BBB145C}"/>
              </a:ext>
            </a:extLst>
          </p:cNvPr>
          <p:cNvSpPr/>
          <p:nvPr/>
        </p:nvSpPr>
        <p:spPr>
          <a:xfrm>
            <a:off x="8073509" y="3001208"/>
            <a:ext cx="5798582" cy="1669852"/>
          </a:xfrm>
          <a:prstGeom prst="roundRect">
            <a:avLst>
              <a:gd name="adj" fmla="val 6571"/>
            </a:avLst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942A83F-DC69-ACE2-F3F5-029AE0F0F579}"/>
              </a:ext>
            </a:extLst>
          </p:cNvPr>
          <p:cNvSpPr/>
          <p:nvPr/>
        </p:nvSpPr>
        <p:spPr>
          <a:xfrm>
            <a:off x="8073509" y="1744303"/>
            <a:ext cx="5798582" cy="91440"/>
          </a:xfrm>
          <a:prstGeom prst="roundRect">
            <a:avLst>
              <a:gd name="adj" fmla="val 84589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8616966-9D72-F6C7-39DD-64A86404C6C1}"/>
              </a:ext>
            </a:extLst>
          </p:cNvPr>
          <p:cNvSpPr/>
          <p:nvPr/>
        </p:nvSpPr>
        <p:spPr>
          <a:xfrm>
            <a:off x="10696575" y="1520745"/>
            <a:ext cx="552450" cy="552450"/>
          </a:xfrm>
          <a:prstGeom prst="roundRect">
            <a:avLst>
              <a:gd name="adj" fmla="val 16551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3B1C8A3-D2DD-47E5-8B7E-37C14B923758}"/>
              </a:ext>
            </a:extLst>
          </p:cNvPr>
          <p:cNvSpPr/>
          <p:nvPr/>
        </p:nvSpPr>
        <p:spPr>
          <a:xfrm>
            <a:off x="10852036" y="1587719"/>
            <a:ext cx="2209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BD2A6B1-8DFD-63A7-5EF9-0CDDD04E56BD}"/>
              </a:ext>
            </a:extLst>
          </p:cNvPr>
          <p:cNvSpPr/>
          <p:nvPr/>
        </p:nvSpPr>
        <p:spPr>
          <a:xfrm>
            <a:off x="8073509" y="2311716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</a:rPr>
              <a:t>Preprocessing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C933CBA-6F6B-33C0-7AE6-3038B60E07C7}"/>
              </a:ext>
            </a:extLst>
          </p:cNvPr>
          <p:cNvSpPr/>
          <p:nvPr/>
        </p:nvSpPr>
        <p:spPr>
          <a:xfrm>
            <a:off x="8073509" y="2966480"/>
            <a:ext cx="538472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EDBA42D-A61D-DFA3-8CE9-AEF2518F324F}"/>
              </a:ext>
            </a:extLst>
          </p:cNvPr>
          <p:cNvSpPr/>
          <p:nvPr/>
        </p:nvSpPr>
        <p:spPr>
          <a:xfrm>
            <a:off x="8073509" y="4150199"/>
            <a:ext cx="5798582" cy="1669852"/>
          </a:xfrm>
          <a:prstGeom prst="roundRect">
            <a:avLst>
              <a:gd name="adj" fmla="val 6571"/>
            </a:avLst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89270F0-87D1-4182-06A5-AE56B21639D6}"/>
              </a:ext>
            </a:extLst>
          </p:cNvPr>
          <p:cNvSpPr/>
          <p:nvPr/>
        </p:nvSpPr>
        <p:spPr>
          <a:xfrm>
            <a:off x="8073509" y="4127339"/>
            <a:ext cx="5798582" cy="91440"/>
          </a:xfrm>
          <a:prstGeom prst="roundRect">
            <a:avLst>
              <a:gd name="adj" fmla="val 84589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BF62BF5-08E6-860A-AA58-A0D58E5693FB}"/>
              </a:ext>
            </a:extLst>
          </p:cNvPr>
          <p:cNvSpPr/>
          <p:nvPr/>
        </p:nvSpPr>
        <p:spPr>
          <a:xfrm>
            <a:off x="10696575" y="3873974"/>
            <a:ext cx="552450" cy="552450"/>
          </a:xfrm>
          <a:prstGeom prst="roundRect">
            <a:avLst>
              <a:gd name="adj" fmla="val 165517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CCF1D0A-3234-9E69-8242-4255BF150A64}"/>
              </a:ext>
            </a:extLst>
          </p:cNvPr>
          <p:cNvSpPr/>
          <p:nvPr/>
        </p:nvSpPr>
        <p:spPr>
          <a:xfrm>
            <a:off x="10862310" y="4012086"/>
            <a:ext cx="2209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5621899-9FC4-B379-26AF-0236A3D05DD5}"/>
              </a:ext>
            </a:extLst>
          </p:cNvPr>
          <p:cNvSpPr/>
          <p:nvPr/>
        </p:nvSpPr>
        <p:spPr>
          <a:xfrm>
            <a:off x="8073509" y="4610494"/>
            <a:ext cx="2423160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split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FB0F28E-2284-85D0-186D-01D493DD939D}"/>
              </a:ext>
            </a:extLst>
          </p:cNvPr>
          <p:cNvSpPr/>
          <p:nvPr/>
        </p:nvSpPr>
        <p:spPr>
          <a:xfrm>
            <a:off x="8280440" y="5023760"/>
            <a:ext cx="538472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B6AD6B-A6DB-19F8-3CB7-FE0D3DB2C62C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5172FF2-7074-F869-DA86-E09A872E9FEE}"/>
              </a:ext>
            </a:extLst>
          </p:cNvPr>
          <p:cNvSpPr/>
          <p:nvPr/>
        </p:nvSpPr>
        <p:spPr>
          <a:xfrm>
            <a:off x="8073509" y="2894617"/>
            <a:ext cx="538472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Raw PCAP network traffic is processed by extracting TCP SYN packets and converting them into normalized, AI‑ready representations.</a:t>
            </a: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F96BB62C-864C-8AD8-E4F5-893DE38550D9}"/>
              </a:ext>
            </a:extLst>
          </p:cNvPr>
          <p:cNvSpPr/>
          <p:nvPr/>
        </p:nvSpPr>
        <p:spPr>
          <a:xfrm>
            <a:off x="8073509" y="5134250"/>
            <a:ext cx="5384721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The balanced dataset is divided into training, validation, and test sets, with the test set kept unseen for unbiased evaluation.</a:t>
            </a:r>
          </a:p>
          <a:p>
            <a:pPr>
              <a:lnSpc>
                <a:spcPts val="2300"/>
              </a:lnSpc>
            </a:pPr>
            <a:endParaRPr lang="en-US" sz="1400" dirty="0">
              <a:solidFill>
                <a:schemeClr val="bg1"/>
              </a:solidFill>
              <a:latin typeface="Dela Gothic One" panose="020B0604020202020204" charset="-128"/>
              <a:ea typeface="Dela Gothic One" panose="020B0604020202020204" charset="-128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034A6EE-462A-921B-AACF-2CA4BDBA2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7A35D981-2364-EDE3-1369-6DF69764F3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6437019"/>
              </p:ext>
            </p:extLst>
          </p:nvPr>
        </p:nvGraphicFramePr>
        <p:xfrm>
          <a:off x="1255932" y="2205843"/>
          <a:ext cx="4517204" cy="3934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4662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76033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88620"/>
            <a:ext cx="9144000" cy="9829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2565083"/>
            <a:ext cx="3750469" cy="46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Project Overview</a:t>
            </a:r>
            <a:endParaRPr lang="en-US" sz="4450" dirty="0">
              <a:solidFill>
                <a:schemeClr val="bg1"/>
              </a:solidFill>
            </a:endParaRPr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3239572"/>
            <a:ext cx="422434" cy="1143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21475" y="3380303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740B0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Capture Traffic</a:t>
            </a:r>
            <a:endParaRPr lang="en-US" sz="2000" dirty="0">
              <a:solidFill>
                <a:srgbClr val="740B0B"/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1321475" y="3696294"/>
            <a:ext cx="4380825" cy="686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traffic is captured as PCAP files.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612" y="4158676"/>
            <a:ext cx="422434" cy="11430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08778" y="4299408"/>
            <a:ext cx="206692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740B0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Convert to Images</a:t>
            </a:r>
            <a:endParaRPr lang="en-US" sz="2000" dirty="0">
              <a:solidFill>
                <a:srgbClr val="740B0B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4508778" y="4615399"/>
            <a:ext cx="4307099" cy="686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PCAP data is transformed into grayscale images.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343" y="5198157"/>
            <a:ext cx="422434" cy="1143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79508" y="5338889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740B0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Model Input</a:t>
            </a:r>
            <a:endParaRPr lang="en-US" sz="2000" dirty="0">
              <a:solidFill>
                <a:srgbClr val="740B0B"/>
              </a:solidFill>
            </a:endParaRPr>
          </a:p>
        </p:txBody>
      </p:sp>
      <p:sp>
        <p:nvSpPr>
          <p:cNvPr id="13" name="Text 6"/>
          <p:cNvSpPr/>
          <p:nvPr/>
        </p:nvSpPr>
        <p:spPr>
          <a:xfrm>
            <a:off x="7179509" y="5654880"/>
            <a:ext cx="4233374" cy="686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Images are fed into the ResNeXt50-32x4d model.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6160" y="6196370"/>
            <a:ext cx="422434" cy="11430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159325" y="6337102"/>
            <a:ext cx="18529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740B0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Classify Traffic</a:t>
            </a:r>
            <a:endParaRPr lang="en-US" sz="2000" dirty="0">
              <a:solidFill>
                <a:srgbClr val="740B0B"/>
              </a:solidFill>
            </a:endParaRPr>
          </a:p>
        </p:txBody>
      </p:sp>
      <p:sp>
        <p:nvSpPr>
          <p:cNvPr id="16" name="Text 8"/>
          <p:cNvSpPr/>
          <p:nvPr/>
        </p:nvSpPr>
        <p:spPr>
          <a:xfrm>
            <a:off x="10159325" y="6653092"/>
            <a:ext cx="4159648" cy="686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classifies traffic as Normal or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SYN Flood Attack.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7" name="Text 9"/>
          <p:cNvSpPr/>
          <p:nvPr/>
        </p:nvSpPr>
        <p:spPr>
          <a:xfrm>
            <a:off x="2874602" y="7538812"/>
            <a:ext cx="8881195" cy="233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end-to-end learning pipeline requires minimal </a:t>
            </a:r>
            <a:r>
              <a:rPr lang="en-US" sz="2000" b="1" dirty="0">
                <a:solidFill>
                  <a:srgbClr val="740B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</a:t>
            </a:r>
            <a:r>
              <a:rPr lang="en-US" sz="20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intervention.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54F4B7-5EBE-C854-643F-D4B56DE21BC2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62CB994-FD3F-EBDB-4580-0E4DBA3C2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0FE43C-F7AC-4E37-EF86-2A83A2A1D938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FDC7E-4162-4E76-4A9D-3D0FE6C084DB}"/>
              </a:ext>
            </a:extLst>
          </p:cNvPr>
          <p:cNvSpPr txBox="1"/>
          <p:nvPr/>
        </p:nvSpPr>
        <p:spPr>
          <a:xfrm>
            <a:off x="441789" y="498566"/>
            <a:ext cx="7315200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5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Data Processing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D57AF-2283-CA55-D55B-6A70D6A0D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284" y="1032926"/>
            <a:ext cx="7839181" cy="6163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82C45C-D09B-8345-34DD-7C632D23BC9B}"/>
              </a:ext>
            </a:extLst>
          </p:cNvPr>
          <p:cNvSpPr txBox="1"/>
          <p:nvPr/>
        </p:nvSpPr>
        <p:spPr>
          <a:xfrm>
            <a:off x="688369" y="2129641"/>
            <a:ext cx="51576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DM Sans" pitchFamily="2" charset="0"/>
                <a:ea typeface="Dela Gothic One" panose="020B0604020202020204" charset="-128"/>
              </a:rPr>
              <a:t>PCAP parsing</a:t>
            </a:r>
            <a:r>
              <a:rPr lang="en-US" dirty="0">
                <a:solidFill>
                  <a:srgbClr val="FFFFFF"/>
                </a:solidFill>
                <a:latin typeface="DM Sans" pitchFamily="2" charset="0"/>
                <a:ea typeface="Dela Gothic One" panose="020B0604020202020204" charset="-128"/>
              </a:rPr>
              <a:t> using network analysis tools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DM Sans" pitchFamily="2" charset="0"/>
              <a:ea typeface="Dela Gothic One" panose="020B0604020202020204" charset="-128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DM Sans" pitchFamily="2" charset="0"/>
              <a:ea typeface="Dela Gothic One" panose="020B060402020202020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DM Sans" pitchFamily="2" charset="0"/>
                <a:ea typeface="Dela Gothic One" panose="020B0604020202020204" charset="-128"/>
              </a:rPr>
              <a:t>Extraction of </a:t>
            </a:r>
            <a:r>
              <a:rPr lang="en-US" b="1" dirty="0">
                <a:solidFill>
                  <a:srgbClr val="FFFFFF"/>
                </a:solidFill>
                <a:latin typeface="DM Sans" pitchFamily="2" charset="0"/>
                <a:ea typeface="Dela Gothic One" panose="020B0604020202020204" charset="-128"/>
              </a:rPr>
              <a:t>TCP </a:t>
            </a:r>
            <a:r>
              <a:rPr lang="en-US" b="1" i="0" dirty="0">
                <a:solidFill>
                  <a:srgbClr val="FFFFFF"/>
                </a:solidFill>
                <a:effectLst/>
                <a:latin typeface="DM Sans" pitchFamily="2" charset="0"/>
                <a:ea typeface="Dela Gothic One" panose="020B0604020202020204" charset="-128"/>
              </a:rPr>
              <a:t>YN packets</a:t>
            </a: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DM Sans" pitchFamily="2" charset="0"/>
                <a:ea typeface="Dela Gothic One" panose="020B0604020202020204" charset="-128"/>
              </a:rPr>
              <a:t> </a:t>
            </a:r>
          </a:p>
          <a:p>
            <a:endParaRPr lang="en-US" b="0" i="0" dirty="0">
              <a:solidFill>
                <a:srgbClr val="FFFFFF"/>
              </a:solidFill>
              <a:effectLst/>
              <a:latin typeface="DM Sans" pitchFamily="2" charset="0"/>
              <a:ea typeface="Dela Gothic One" panose="020B0604020202020204" charset="-12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DM Sans" pitchFamily="2" charset="0"/>
                <a:ea typeface="Dela Gothic One" panose="020B0604020202020204" charset="-128"/>
              </a:rPr>
              <a:t>Transformation of raw traffic into </a:t>
            </a:r>
            <a:r>
              <a:rPr lang="en-US" b="1" i="0" dirty="0">
                <a:solidFill>
                  <a:srgbClr val="FFFFFF"/>
                </a:solidFill>
                <a:effectLst/>
                <a:latin typeface="DM Sans" pitchFamily="2" charset="0"/>
                <a:ea typeface="Dela Gothic One" panose="020B0604020202020204" charset="-128"/>
              </a:rPr>
              <a:t>AI‑processable representations</a:t>
            </a:r>
          </a:p>
          <a:p>
            <a:pPr algn="l"/>
            <a:endParaRPr lang="en-US" b="0" i="0" dirty="0">
              <a:solidFill>
                <a:srgbClr val="FFFFFF"/>
              </a:solidFill>
              <a:effectLst/>
              <a:latin typeface="DM Sans" pitchFamily="2" charset="0"/>
              <a:ea typeface="Dela Gothic One" panose="020B0604020202020204" charset="-128"/>
            </a:endParaRPr>
          </a:p>
          <a:p>
            <a:pPr algn="l"/>
            <a:endParaRPr lang="en-US" b="0" i="0" dirty="0">
              <a:solidFill>
                <a:srgbClr val="FFFFFF"/>
              </a:solidFill>
              <a:effectLst/>
              <a:latin typeface="DM Sans" pitchFamily="2" charset="0"/>
              <a:ea typeface="Dela Gothic One" panose="020B0604020202020204" charset="-128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FFFF"/>
                </a:solidFill>
                <a:effectLst/>
                <a:latin typeface="DM Sans" pitchFamily="2" charset="0"/>
                <a:ea typeface="Dela Gothic One" panose="020B0604020202020204" charset="-128"/>
              </a:rPr>
              <a:t>Class balancing</a:t>
            </a:r>
            <a:r>
              <a:rPr lang="en-US" b="0" i="0" dirty="0">
                <a:solidFill>
                  <a:srgbClr val="FFFFFF"/>
                </a:solidFill>
                <a:effectLst/>
                <a:latin typeface="DM Sans" pitchFamily="2" charset="0"/>
                <a:ea typeface="Dela Gothic One" panose="020B0604020202020204" charset="-128"/>
              </a:rPr>
              <a:t> to handle attack/normal imbalance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0D0457-0E8B-BB34-F79E-236AD8EC9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30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60158"/>
            <a:ext cx="867025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Role of Huawei MindSpore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492693"/>
            <a:ext cx="779323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Huawei’s native AI framework</a:t>
            </a:r>
            <a:r>
              <a:rPr lang="en-US" sz="20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2000" dirty="0">
                <a:solidFill>
                  <a:srgbClr val="740B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MindSpore</a:t>
            </a:r>
            <a:r>
              <a:rPr lang="en-US" sz="20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is designed for performance and scalability, optimized for Huawei hardware.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58309" y="34026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Contributions: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58309" y="3975497"/>
            <a:ext cx="779323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training and optimization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72029" y="4397931"/>
            <a:ext cx="779323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Efficient execution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58309" y="4820364"/>
            <a:ext cx="779323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readiness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8309" y="5242798"/>
            <a:ext cx="779323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Research-to-production pipeline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58309" y="662273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MindSpore transforms research models into deployable AI solutions.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8CC90D-AEC9-B3BC-B38C-B3FEC90EABC0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2" name="Image 1">
            <a:extLst>
              <a:ext uri="{FF2B5EF4-FFF2-40B4-BE49-F238E27FC236}">
                <a16:creationId xmlns:a16="http://schemas.microsoft.com/office/drawing/2014/main" id="{95B434E9-C574-0FD9-BBFB-F01131C86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696" r="94783">
                        <a14:foregroundMark x1="70217" y1="19783" x2="70217" y2="19783"/>
                        <a14:foregroundMark x1="13913" y1="18696" x2="13913" y2="18696"/>
                        <a14:foregroundMark x1="90000" y1="15435" x2="90000" y2="15435"/>
                        <a14:foregroundMark x1="8696" y1="35435" x2="8696" y2="35435"/>
                        <a14:foregroundMark x1="14565" y1="76522" x2="14565" y2="76522"/>
                        <a14:foregroundMark x1="19130" y1="76087" x2="19130" y2="76087"/>
                        <a14:foregroundMark x1="18696" y1="79348" x2="18696" y2="79348"/>
                        <a14:foregroundMark x1="23696" y1="79130" x2="23696" y2="79130"/>
                        <a14:foregroundMark x1="31957" y1="79783" x2="31957" y2="79783"/>
                        <a14:foregroundMark x1="41087" y1="77609" x2="41087" y2="77609"/>
                        <a14:foregroundMark x1="51304" y1="79348" x2="51304" y2="79348"/>
                        <a14:foregroundMark x1="61957" y1="78696" x2="61957" y2="78696"/>
                        <a14:foregroundMark x1="68696" y1="78696" x2="68696" y2="78696"/>
                        <a14:foregroundMark x1="78696" y1="78478" x2="78696" y2="78478"/>
                        <a14:foregroundMark x1="77174" y1="58478" x2="77174" y2="58478"/>
                        <a14:foregroundMark x1="94783" y1="22609" x2="94783" y2="22609"/>
                        <a14:foregroundMark x1="93696" y1="22391" x2="93696" y2="22391"/>
                        <a14:backgroundMark x1="76522" y1="80000" x2="76522" y2="80000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197419" y="2031147"/>
            <a:ext cx="5080278" cy="50802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B352C7-DF4D-551C-1FAC-8AD7E4F47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8DD1AC-F6F1-D16C-1B1E-2862C72ADA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186201" y="347661"/>
            <a:ext cx="4184999" cy="26835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EF99B0-137A-0A3C-257A-F89C1973B0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90002" y="342081"/>
            <a:ext cx="3796199" cy="26835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A0DA2F-16CD-1BB7-3FB6-5B5B3759A68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23614" y="3328370"/>
            <a:ext cx="6047586" cy="40903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1539CE-6C43-F8D2-0A2D-6AD520D3D7DE}"/>
              </a:ext>
            </a:extLst>
          </p:cNvPr>
          <p:cNvSpPr txBox="1"/>
          <p:nvPr/>
        </p:nvSpPr>
        <p:spPr>
          <a:xfrm>
            <a:off x="259200" y="2057413"/>
            <a:ext cx="604758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Evaluation Setup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Binary classification task: 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SYN Flood DDoS vs Normal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Classification Performance (DDoS as Positive Class)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Accuracy:</a:t>
            </a: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 ≥ 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97.5%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Precision:</a:t>
            </a: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97.02%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Recall:</a:t>
            </a: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97.60%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F1-Score:</a:t>
            </a: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97.31%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Training Behavior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Training and validation accuracy increase steadily across epochs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Validation accuracy closely follows training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Training and validation loss decrease consistently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No significant overfitting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Stable convergence throughout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D96D8-D704-17B1-84B3-7FD1BBFFC3AC}"/>
              </a:ext>
            </a:extLst>
          </p:cNvPr>
          <p:cNvSpPr txBox="1"/>
          <p:nvPr/>
        </p:nvSpPr>
        <p:spPr>
          <a:xfrm>
            <a:off x="259200" y="7225107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DM Sans" pitchFamily="2" charset="0"/>
              </a:rPr>
              <a:t>The proposed </a:t>
            </a:r>
            <a:r>
              <a:rPr lang="en-US" b="1" dirty="0" err="1">
                <a:solidFill>
                  <a:schemeClr val="bg1"/>
                </a:solidFill>
                <a:latin typeface="DM Sans" pitchFamily="2" charset="0"/>
              </a:rPr>
              <a:t>MindSpore</a:t>
            </a:r>
            <a:r>
              <a:rPr lang="en-US" b="1" dirty="0">
                <a:solidFill>
                  <a:schemeClr val="bg1"/>
                </a:solidFill>
                <a:latin typeface="DM Sans" pitchFamily="2" charset="0"/>
              </a:rPr>
              <a:t>‑based approach achieves strong and stable detection performance for SYN Flood DDoS attacks.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59830C-207C-F7AB-3B19-E2F3E1FB4616}"/>
              </a:ext>
            </a:extLst>
          </p:cNvPr>
          <p:cNvSpPr txBox="1"/>
          <p:nvPr/>
        </p:nvSpPr>
        <p:spPr>
          <a:xfrm>
            <a:off x="259200" y="358162"/>
            <a:ext cx="731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b="1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Experimental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326CF-CE94-F3C9-15B1-4114560B00CD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047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F0F375-DFA7-890B-1D47-546172EA68B0}"/>
              </a:ext>
            </a:extLst>
          </p:cNvPr>
          <p:cNvSpPr txBox="1"/>
          <p:nvPr/>
        </p:nvSpPr>
        <p:spPr>
          <a:xfrm>
            <a:off x="503999" y="322934"/>
            <a:ext cx="119893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Integration with </a:t>
            </a:r>
            <a:r>
              <a:rPr lang="en-US" sz="4500" dirty="0">
                <a:solidFill>
                  <a:srgbClr val="740B0B"/>
                </a:solidFill>
                <a:latin typeface="Dela Gothic One" panose="020B0604020202020204" charset="-128"/>
                <a:ea typeface="Dela Gothic One" panose="020B0604020202020204" charset="-128"/>
              </a:rPr>
              <a:t>Huawei</a:t>
            </a:r>
            <a:r>
              <a:rPr lang="en-US" sz="450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 Ecosystem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488ED-8907-1E15-A686-502BCE63B42F}"/>
              </a:ext>
            </a:extLst>
          </p:cNvPr>
          <p:cNvSpPr txBox="1"/>
          <p:nvPr/>
        </p:nvSpPr>
        <p:spPr>
          <a:xfrm>
            <a:off x="503999" y="1969927"/>
            <a:ext cx="73152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AI Framework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MindSpore</a:t>
            </a: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 (Huawei native AI framework)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Scalable and production-ready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Target Deployment Platforms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Huawei network switches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Huawei routers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Huawei security &amp; monitoring devices</a:t>
            </a: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Operational Integration</a:t>
            </a:r>
          </a:p>
          <a:p>
            <a:pPr>
              <a:buNone/>
            </a:pP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Works alongside Huawei network analysis tools</a:t>
            </a:r>
            <a:b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</a:br>
            <a:r>
              <a:rPr lang="en-US" sz="1600" i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(Wireshark alternatives)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Automated, AI-driven DDoS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Complements packet inspection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Deployment Capabilities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Edge AI ready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On-device inference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Low-latency, real-time DDoS detection</a:t>
            </a:r>
          </a:p>
          <a:p>
            <a:pPr>
              <a:buNone/>
            </a:pPr>
            <a:br>
              <a:rPr lang="en-US" sz="1600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</a:br>
            <a:r>
              <a:rPr lang="en-US" sz="1600" b="1" dirty="0">
                <a:solidFill>
                  <a:schemeClr val="bg1"/>
                </a:solidFill>
                <a:latin typeface="DM Sans" pitchFamily="2" charset="0"/>
                <a:ea typeface="Dela Gothic One" panose="020B0604020202020204" charset="-128"/>
              </a:rPr>
              <a:t>Deployment-ready solution aligned with the Huawei AI and networking ecosystem</a:t>
            </a:r>
            <a:endParaRPr lang="en-US" sz="1600" dirty="0">
              <a:solidFill>
                <a:schemeClr val="bg1"/>
              </a:solidFill>
              <a:latin typeface="DM Sans" pitchFamily="2" charset="0"/>
              <a:ea typeface="Dela Gothic One" panose="020B060402020202020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E4652-8963-215E-889D-C672E6774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978" y="2698235"/>
            <a:ext cx="5369515" cy="347012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B6DC00-1DB5-2E1A-B36B-E04A1E882662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549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09BC-485F-1D73-2815-70C97C73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20BDC7D-358C-0759-120B-836AA7AFF762}"/>
              </a:ext>
            </a:extLst>
          </p:cNvPr>
          <p:cNvSpPr/>
          <p:nvPr/>
        </p:nvSpPr>
        <p:spPr>
          <a:xfrm>
            <a:off x="8073509" y="628650"/>
            <a:ext cx="57985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Conclusion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2CD5927-499E-A5D8-7D35-9EA61BF68A33}"/>
              </a:ext>
            </a:extLst>
          </p:cNvPr>
          <p:cNvSpPr/>
          <p:nvPr/>
        </p:nvSpPr>
        <p:spPr>
          <a:xfrm>
            <a:off x="8073509" y="2377954"/>
            <a:ext cx="4498777" cy="5089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-AI‑based SYN Flood detection is effective</a:t>
            </a:r>
          </a:p>
          <a:p>
            <a:endParaRPr lang="en-US" dirty="0">
              <a:solidFill>
                <a:schemeClr val="bg1"/>
              </a:solidFill>
              <a:latin typeface="Dela Gothic One" panose="020B0604020202020204" charset="-128"/>
              <a:ea typeface="Dela Gothic One" panose="020B0604020202020204" charset="-128"/>
            </a:endParaRPr>
          </a:p>
          <a:p>
            <a:endParaRPr lang="en-US" dirty="0">
              <a:solidFill>
                <a:schemeClr val="bg1"/>
              </a:solidFill>
              <a:latin typeface="Dela Gothic One" panose="020B0604020202020204" charset="-128"/>
              <a:ea typeface="Dela Gothic One" panose="020B0604020202020204" charset="-128"/>
            </a:endParaRP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-</a:t>
            </a:r>
            <a:r>
              <a:rPr lang="en-US" dirty="0" err="1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MindSpore</a:t>
            </a:r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 provides a robust and scalable AI framework</a:t>
            </a:r>
          </a:p>
          <a:p>
            <a:endParaRPr lang="en-US" dirty="0">
              <a:solidFill>
                <a:schemeClr val="bg1"/>
              </a:solidFill>
              <a:latin typeface="Dela Gothic One" panose="020B0604020202020204" charset="-128"/>
              <a:ea typeface="Dela Gothic One" panose="020B0604020202020204" charset="-128"/>
            </a:endParaRPr>
          </a:p>
          <a:p>
            <a:endParaRPr lang="en-US" dirty="0">
              <a:solidFill>
                <a:schemeClr val="bg1"/>
              </a:solidFill>
              <a:latin typeface="Dela Gothic One" panose="020B0604020202020204" charset="-128"/>
              <a:ea typeface="Dela Gothic One" panose="020B0604020202020204" charset="-128"/>
            </a:endParaRP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-The system bridges </a:t>
            </a:r>
            <a:r>
              <a:rPr lang="en-US" b="1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academic research and industrial deployment</a:t>
            </a:r>
          </a:p>
          <a:p>
            <a:endParaRPr lang="en-US" b="1" dirty="0">
              <a:solidFill>
                <a:schemeClr val="bg1"/>
              </a:solidFill>
              <a:latin typeface="Dela Gothic One" panose="020B0604020202020204" charset="-128"/>
              <a:ea typeface="Dela Gothic One" panose="020B0604020202020204" charset="-128"/>
            </a:endParaRPr>
          </a:p>
          <a:p>
            <a:endParaRPr lang="en-US" dirty="0">
              <a:solidFill>
                <a:schemeClr val="bg1"/>
              </a:solidFill>
              <a:latin typeface="Dela Gothic One" panose="020B0604020202020204" charset="-128"/>
              <a:ea typeface="Dela Gothic One" panose="020B0604020202020204" charset="-128"/>
            </a:endParaRP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-Demonstrates feasibility of AI‑powered network 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653771-88C9-2ABA-D1FE-FB2F7D509A32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5C576EE-266C-948C-0E1E-354C7C98D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36" r="8823"/>
          <a:stretch>
            <a:fillRect/>
          </a:stretch>
        </p:blipFill>
        <p:spPr>
          <a:xfrm>
            <a:off x="1117174" y="1379848"/>
            <a:ext cx="5837654" cy="54699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26F428-F821-A366-4D91-4164F1E75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8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E525E-572A-AADF-CB6F-AA9C8954D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8A9E94-8E79-9CA1-B64D-518C2F9CCA0A}"/>
              </a:ext>
            </a:extLst>
          </p:cNvPr>
          <p:cNvSpPr/>
          <p:nvPr/>
        </p:nvSpPr>
        <p:spPr>
          <a:xfrm>
            <a:off x="758309" y="1260158"/>
            <a:ext cx="867025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450" b="1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Future 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6C68DC-775C-E0C0-9172-881F82756658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4A04DE-6AC5-0BA1-566C-ED606007152D}"/>
              </a:ext>
            </a:extLst>
          </p:cNvPr>
          <p:cNvSpPr/>
          <p:nvPr/>
        </p:nvSpPr>
        <p:spPr>
          <a:xfrm>
            <a:off x="1576653" y="3157790"/>
            <a:ext cx="5890947" cy="1172910"/>
          </a:xfrm>
          <a:prstGeom prst="roundRect">
            <a:avLst/>
          </a:prstGeom>
          <a:solidFill>
            <a:srgbClr val="740B0B"/>
          </a:solidFill>
          <a:ln>
            <a:solidFill>
              <a:srgbClr val="130B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	Extend detection to </a:t>
            </a:r>
            <a:r>
              <a:rPr lang="en-US" b="1" dirty="0">
                <a:latin typeface="Dela Gothic One" panose="020B0604020202020204" charset="-128"/>
                <a:ea typeface="Dela Gothic One" panose="020B0604020202020204" charset="-128"/>
              </a:rPr>
              <a:t>multiple DDoS 	attack types</a:t>
            </a:r>
            <a:endParaRPr lang="en-US" dirty="0">
              <a:latin typeface="Dela Gothic One" panose="020B0604020202020204" charset="-128"/>
              <a:ea typeface="Dela Gothic One" panose="020B0604020202020204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3AE1F0-686E-BF2C-B3CE-591833120BF0}"/>
              </a:ext>
            </a:extLst>
          </p:cNvPr>
          <p:cNvSpPr/>
          <p:nvPr/>
        </p:nvSpPr>
        <p:spPr>
          <a:xfrm>
            <a:off x="7467600" y="4330700"/>
            <a:ext cx="5890947" cy="1172910"/>
          </a:xfrm>
          <a:prstGeom prst="roundRect">
            <a:avLst/>
          </a:prstGeom>
          <a:solidFill>
            <a:srgbClr val="740B0B"/>
          </a:solidFill>
          <a:ln>
            <a:solidFill>
              <a:srgbClr val="130B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Optimization for Huawei</a:t>
            </a:r>
          </a:p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 Ascend hardware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93D97A-263B-A0FF-C38A-5EAC03F7BDD6}"/>
              </a:ext>
            </a:extLst>
          </p:cNvPr>
          <p:cNvSpPr/>
          <p:nvPr/>
        </p:nvSpPr>
        <p:spPr>
          <a:xfrm>
            <a:off x="1576653" y="4330700"/>
            <a:ext cx="5890947" cy="1172910"/>
          </a:xfrm>
          <a:prstGeom prst="roundRect">
            <a:avLst/>
          </a:prstGeom>
          <a:solidFill>
            <a:srgbClr val="740B0B"/>
          </a:solidFill>
          <a:ln>
            <a:solidFill>
              <a:srgbClr val="130B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	Real‑time deployment on Huawei 	network devices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AB7AE2-7D08-E4DD-254D-B319EF7F2309}"/>
              </a:ext>
            </a:extLst>
          </p:cNvPr>
          <p:cNvSpPr/>
          <p:nvPr/>
        </p:nvSpPr>
        <p:spPr>
          <a:xfrm>
            <a:off x="7467600" y="3157790"/>
            <a:ext cx="5890947" cy="1172910"/>
          </a:xfrm>
          <a:prstGeom prst="roundRect">
            <a:avLst/>
          </a:prstGeom>
          <a:solidFill>
            <a:srgbClr val="740B0B"/>
          </a:solidFill>
          <a:ln>
            <a:solidFill>
              <a:srgbClr val="130B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Integration with SDN and</a:t>
            </a:r>
          </a:p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 cloud monitoring platforms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0F81FA-B609-30E5-D011-E7AEE62D478B}"/>
              </a:ext>
            </a:extLst>
          </p:cNvPr>
          <p:cNvSpPr/>
          <p:nvPr/>
        </p:nvSpPr>
        <p:spPr>
          <a:xfrm>
            <a:off x="7467600" y="5492151"/>
            <a:ext cx="5890947" cy="1172910"/>
          </a:xfrm>
          <a:prstGeom prst="roundRect">
            <a:avLst/>
          </a:prstGeom>
          <a:solidFill>
            <a:srgbClr val="740B0B"/>
          </a:solidFill>
          <a:ln>
            <a:solidFill>
              <a:srgbClr val="130B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Journal publication and </a:t>
            </a:r>
          </a:p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open research continuation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D0585A-9553-F32E-08F2-63623DAFC937}"/>
              </a:ext>
            </a:extLst>
          </p:cNvPr>
          <p:cNvSpPr/>
          <p:nvPr/>
        </p:nvSpPr>
        <p:spPr>
          <a:xfrm>
            <a:off x="1576653" y="5492151"/>
            <a:ext cx="5890947" cy="1172910"/>
          </a:xfrm>
          <a:prstGeom prst="roundRect">
            <a:avLst/>
          </a:prstGeom>
          <a:solidFill>
            <a:srgbClr val="740B0B"/>
          </a:solidFill>
          <a:ln>
            <a:solidFill>
              <a:srgbClr val="130B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Dela Gothic One" panose="020B0604020202020204" charset="-128"/>
                <a:ea typeface="Dela Gothic One" panose="020B0604020202020204" charset="-128"/>
              </a:rPr>
              <a:t>	Large‑scale evaluation on live 	networks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0A99B7-2ABF-02EA-395B-FC9F0A23B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286" b="90000" l="10000" r="90000">
                        <a14:foregroundMark x1="40000" y1="71071" x2="40000" y2="71071"/>
                        <a14:foregroundMark x1="42308" y1="58214" x2="42308" y2="58214"/>
                        <a14:foregroundMark x1="53462" y1="52500" x2="53462" y2="52500"/>
                        <a14:foregroundMark x1="31923" y1="54286" x2="31923" y2="54286"/>
                        <a14:foregroundMark x1="65000" y1="51071" x2="65000" y2="51071"/>
                        <a14:foregroundMark x1="48462" y1="4286" x2="48462" y2="4286"/>
                        <a14:backgroundMark x1="78077" y1="93214" x2="17692" y2="99643"/>
                        <a14:backgroundMark x1="17692" y1="99643" x2="69615" y2="99286"/>
                        <a14:backgroundMark x1="69615" y1="99286" x2="74231" y2="946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7712" y="3157790"/>
            <a:ext cx="1226837" cy="13212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49D88D-5B83-8670-5490-81FF246214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82" b="89834" l="9352" r="90000">
                        <a14:foregroundMark x1="9352" y1="68022" x2="9352" y2="68022"/>
                        <a14:foregroundMark x1="27778" y1="54159" x2="27778" y2="54159"/>
                        <a14:foregroundMark x1="39630" y1="53235" x2="39630" y2="53235"/>
                        <a14:foregroundMark x1="50741" y1="50647" x2="50741" y2="50647"/>
                        <a14:foregroundMark x1="57222" y1="49538" x2="57222" y2="49538"/>
                        <a14:foregroundMark x1="62222" y1="46580" x2="62222" y2="46580"/>
                        <a14:foregroundMark x1="62222" y1="58226" x2="62222" y2="58226"/>
                        <a14:foregroundMark x1="66111" y1="55823" x2="66111" y2="55823"/>
                        <a14:foregroundMark x1="68519" y1="53235" x2="68519" y2="53235"/>
                        <a14:foregroundMark x1="72222" y1="53420" x2="72222" y2="53420"/>
                        <a14:foregroundMark x1="75185" y1="53420" x2="75185" y2="53420"/>
                        <a14:foregroundMark x1="84352" y1="48429" x2="84352" y2="484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87521" y="4373393"/>
            <a:ext cx="2171026" cy="10875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CDD0162-E662-7990-9613-691D1C919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7070" y="3095865"/>
            <a:ext cx="1841477" cy="124629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390A52A-80A1-60EF-C86C-F3C87AD71A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1176" l="9764" r="89899">
                        <a14:foregroundMark x1="38047" y1="57647" x2="38047" y2="57647"/>
                        <a14:foregroundMark x1="38384" y1="71765" x2="38384" y2="71765"/>
                        <a14:foregroundMark x1="38047" y1="91176" x2="38047" y2="91176"/>
                        <a14:foregroundMark x1="47138" y1="14706" x2="47138" y2="14706"/>
                        <a14:foregroundMark x1="61616" y1="20000" x2="61616" y2="20000"/>
                        <a14:foregroundMark x1="53872" y1="58824" x2="53872" y2="58824"/>
                        <a14:foregroundMark x1="35354" y1="41765" x2="35354" y2="41765"/>
                        <a14:backgroundMark x1="36700" y1="33529" x2="37037" y2="35294"/>
                        <a14:backgroundMark x1="38047" y1="32941" x2="36700" y2="364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84710" y="5567598"/>
            <a:ext cx="1778642" cy="10180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1F456E7-2A8C-B5E6-D0AD-D2D80989C3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61275" y1="31847" x2="61275" y2="31847"/>
                        <a14:foregroundMark x1="29902" y1="55839" x2="29902" y2="558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9766" y="5597642"/>
            <a:ext cx="1264783" cy="97338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29B2207-87C6-42A9-2368-AFF9744232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677627" y="4436191"/>
            <a:ext cx="827005" cy="827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6B6414-DBA2-E782-ABEE-F214D026B1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61888" y="0"/>
            <a:ext cx="1068512" cy="10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33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61CDDC-A8ED-CEA3-E50F-C85D48F4D6F2}"/>
              </a:ext>
            </a:extLst>
          </p:cNvPr>
          <p:cNvSpPr txBox="1"/>
          <p:nvPr/>
        </p:nvSpPr>
        <p:spPr>
          <a:xfrm>
            <a:off x="4515492" y="3726232"/>
            <a:ext cx="5599415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50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Thank you!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49834D-5A2B-B3D5-CE24-32A198190EFE}"/>
              </a:ext>
            </a:extLst>
          </p:cNvPr>
          <p:cNvSpPr/>
          <p:nvPr/>
        </p:nvSpPr>
        <p:spPr>
          <a:xfrm>
            <a:off x="12750229" y="7715892"/>
            <a:ext cx="1787704" cy="4417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45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887</Words>
  <Application>Microsoft Office PowerPoint</Application>
  <PresentationFormat>Custom</PresentationFormat>
  <Paragraphs>189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DM Sans</vt:lpstr>
      <vt:lpstr>Arial</vt:lpstr>
      <vt:lpstr>Dela Gothic One</vt:lpstr>
      <vt:lpstr>Dela Gothic One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Abed al Rida Hassan Nehme</cp:lastModifiedBy>
  <cp:revision>1</cp:revision>
  <dcterms:created xsi:type="dcterms:W3CDTF">2026-01-15T09:39:29Z</dcterms:created>
  <dcterms:modified xsi:type="dcterms:W3CDTF">2026-01-15T17:48:34Z</dcterms:modified>
</cp:coreProperties>
</file>